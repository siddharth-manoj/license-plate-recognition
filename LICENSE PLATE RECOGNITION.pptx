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9" r:id="rId5"/>
    <p:sldMasterId id="2147483710" r:id="rId6"/>
    <p:sldMasterId id="2147483711"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Lst>
  <p:sldSz cy="5143500" cx="9144000"/>
  <p:notesSz cx="6858000" cy="9144000"/>
  <p:embeddedFontLst>
    <p:embeddedFont>
      <p:font typeface="Audiowide"/>
      <p:regular r:id="rId34"/>
    </p:embeddedFont>
    <p:embeddedFont>
      <p:font typeface="Karla"/>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E79362D-6921-44E2-BEB5-E5BD8B0A7D2F}">
  <a:tblStyle styleId="{1E79362D-6921-44E2-BEB5-E5BD8B0A7D2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63EF5892-16FF-469F-B2F8-09C89798EA05}"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1.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11" Type="http://schemas.openxmlformats.org/officeDocument/2006/relationships/slide" Target="slides/slide3.xml"/><Relationship Id="rId33" Type="http://schemas.openxmlformats.org/officeDocument/2006/relationships/slide" Target="slides/slide25.xml"/><Relationship Id="rId10" Type="http://schemas.openxmlformats.org/officeDocument/2006/relationships/slide" Target="slides/slide2.xml"/><Relationship Id="rId32" Type="http://schemas.openxmlformats.org/officeDocument/2006/relationships/slide" Target="slides/slide24.xml"/><Relationship Id="rId13" Type="http://schemas.openxmlformats.org/officeDocument/2006/relationships/slide" Target="slides/slide5.xml"/><Relationship Id="rId35" Type="http://schemas.openxmlformats.org/officeDocument/2006/relationships/font" Target="fonts/Karla-regular.fntdata"/><Relationship Id="rId12" Type="http://schemas.openxmlformats.org/officeDocument/2006/relationships/slide" Target="slides/slide4.xml"/><Relationship Id="rId34" Type="http://schemas.openxmlformats.org/officeDocument/2006/relationships/font" Target="fonts/Audiowide-regular.fntdata"/><Relationship Id="rId15" Type="http://schemas.openxmlformats.org/officeDocument/2006/relationships/slide" Target="slides/slide7.xml"/><Relationship Id="rId37" Type="http://schemas.openxmlformats.org/officeDocument/2006/relationships/font" Target="fonts/Karla-italic.fntdata"/><Relationship Id="rId14" Type="http://schemas.openxmlformats.org/officeDocument/2006/relationships/slide" Target="slides/slide6.xml"/><Relationship Id="rId36" Type="http://schemas.openxmlformats.org/officeDocument/2006/relationships/font" Target="fonts/Karla-bold.fntdata"/><Relationship Id="rId17" Type="http://schemas.openxmlformats.org/officeDocument/2006/relationships/slide" Target="slides/slide9.xml"/><Relationship Id="rId16" Type="http://schemas.openxmlformats.org/officeDocument/2006/relationships/slide" Target="slides/slide8.xml"/><Relationship Id="rId38" Type="http://schemas.openxmlformats.org/officeDocument/2006/relationships/font" Target="fonts/Karla-boldItalic.fntdata"/><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1dc4bcc040f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1dc4bcc040f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1dc4bcc040f_0_9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1dc4bcc040f_0_9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1dc4bcc040f_0_1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1dc4bcc040f_0_1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1dc4bcc040f_0_1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1dc4bcc040f_0_1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1dc4bcc040f_0_1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5" name="Google Shape;695;g1dc4bcc040f_0_1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1dc4bcc040f_3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1" name="Google Shape;721;g1dc4bcc040f_3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1dc4bcc040f_3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1dc4bcc040f_3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1dc4bcc040f_3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1dc4bcc040f_3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1dc4bcc040f_3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1dc4bcc040f_3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1dc4bcc040f_3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1dc4bcc040f_3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1dc4bcc040f_3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6" name="Google Shape;746;g1dc4bcc040f_3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1dc4bcc040f_0_1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1" name="Google Shape;751;g1dc4bcc040f_0_1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1dc4bcc040f_0_1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1dc4bcc040f_0_1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1dc4bcc040f_0_1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3" name="Google Shape;803;g1dc4bcc040f_0_1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1dc4bcc040f_0_1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9" name="Google Shape;829;g1dc4bcc040f_0_1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1dc4bcc040f_0_16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5" name="Google Shape;855;g1dc4bcc040f_0_16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1dc4bcc040f_0_1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1" name="Google Shape;881;g1dc4bcc040f_0_1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g1dc4bcc040f_0_1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7" name="Google Shape;907;g1dc4bcc040f_0_1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1dc4bcc040f_0_1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3" name="Google Shape;933;g1dc4bcc040f_0_1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1dc4bcc040f_0_1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9" name="Google Shape;959;g1dc4bcc040f_0_1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1dc4bcc040f_0_1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5" name="Google Shape;985;g1dc4bcc040f_0_1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g1dc4bcc040f_0_1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7" name="Google Shape;1007;g1dc4bcc040f_0_1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g1dc4bcc040f_0_1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3" name="Google Shape;1033;g1dc4bcc040f_0_1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1dc4bcc040f_3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9" name="Google Shape;1059;g1dc4bcc040f_3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1dc4bcc040f_3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5" name="Google Shape;1065;g1dc4bcc040f_3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hyperlink" Target="http://bit.ly/2Tynxth"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 Id="rId6"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hyperlink" Target="http://bit.ly/2Tynxth"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 Id="rId6"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pic>
        <p:nvPicPr>
          <p:cNvPr id="54" name="Google Shape;54;p14"/>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55" name="Google Shape;55;p14"/>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4"/>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4"/>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txBox="1"/>
          <p:nvPr>
            <p:ph type="ctrTitle"/>
          </p:nvPr>
        </p:nvSpPr>
        <p:spPr>
          <a:xfrm>
            <a:off x="1625850" y="1317528"/>
            <a:ext cx="5892300" cy="2358300"/>
          </a:xfrm>
          <a:prstGeom prst="rect">
            <a:avLst/>
          </a:prstGeom>
          <a:noFill/>
        </p:spPr>
        <p:txBody>
          <a:bodyPr anchorCtr="0" anchor="ctr" bIns="91425" lIns="91425" spcFirstLastPara="1" rIns="91425" wrap="square" tIns="91425">
            <a:noAutofit/>
          </a:bodyPr>
          <a:lstStyle>
            <a:lvl1pPr lvl="0" rtl="0" algn="ctr">
              <a:lnSpc>
                <a:spcPct val="90000"/>
              </a:lnSpc>
              <a:spcBef>
                <a:spcPts val="0"/>
              </a:spcBef>
              <a:spcAft>
                <a:spcPts val="0"/>
              </a:spcAft>
              <a:buSzPts val="5200"/>
              <a:buNone/>
              <a:defRPr sz="4500">
                <a:latin typeface="Audiowide"/>
                <a:ea typeface="Audiowide"/>
                <a:cs typeface="Audiowide"/>
                <a:sym typeface="Audiowide"/>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9" name="Google Shape;59;p14"/>
          <p:cNvSpPr txBox="1"/>
          <p:nvPr>
            <p:ph idx="1" type="subTitle"/>
          </p:nvPr>
        </p:nvSpPr>
        <p:spPr>
          <a:xfrm>
            <a:off x="1625850" y="3778500"/>
            <a:ext cx="5892300" cy="473700"/>
          </a:xfrm>
          <a:prstGeom prst="rect">
            <a:avLst/>
          </a:prstGeom>
          <a:noFill/>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solidFill>
                  <a:schemeClr val="lt1"/>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pic>
        <p:nvPicPr>
          <p:cNvPr id="60" name="Google Shape;60;p14"/>
          <p:cNvPicPr preferRelativeResize="0"/>
          <p:nvPr/>
        </p:nvPicPr>
        <p:blipFill>
          <a:blip r:embed="rId3">
            <a:alphaModFix amt="75000"/>
          </a:blip>
          <a:stretch>
            <a:fillRect/>
          </a:stretch>
        </p:blipFill>
        <p:spPr>
          <a:xfrm>
            <a:off x="-1011050" y="-447675"/>
            <a:ext cx="5892301" cy="3648150"/>
          </a:xfrm>
          <a:prstGeom prst="rect">
            <a:avLst/>
          </a:prstGeom>
          <a:noFill/>
          <a:ln>
            <a:noFill/>
          </a:ln>
        </p:spPr>
      </p:pic>
      <p:pic>
        <p:nvPicPr>
          <p:cNvPr id="61" name="Google Shape;61;p14"/>
          <p:cNvPicPr preferRelativeResize="0"/>
          <p:nvPr/>
        </p:nvPicPr>
        <p:blipFill>
          <a:blip r:embed="rId3">
            <a:alphaModFix amt="75000"/>
          </a:blip>
          <a:stretch>
            <a:fillRect/>
          </a:stretch>
        </p:blipFill>
        <p:spPr>
          <a:xfrm rot="10800000">
            <a:off x="4261050" y="1962150"/>
            <a:ext cx="5892301" cy="364815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2" name="Shape 62"/>
        <p:cNvGrpSpPr/>
        <p:nvPr/>
      </p:nvGrpSpPr>
      <p:grpSpPr>
        <a:xfrm>
          <a:off x="0" y="0"/>
          <a:ext cx="0" cy="0"/>
          <a:chOff x="0" y="0"/>
          <a:chExt cx="0" cy="0"/>
        </a:xfrm>
      </p:grpSpPr>
      <p:pic>
        <p:nvPicPr>
          <p:cNvPr id="63" name="Google Shape;63;p15"/>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64" name="Google Shape;64;p15"/>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5"/>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5"/>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5"/>
          <p:cNvSpPr txBox="1"/>
          <p:nvPr>
            <p:ph type="title"/>
          </p:nvPr>
        </p:nvSpPr>
        <p:spPr>
          <a:xfrm>
            <a:off x="4491888" y="1682463"/>
            <a:ext cx="3312300" cy="11130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700">
                <a:solidFill>
                  <a:schemeClr val="accent1"/>
                </a:solidFill>
              </a:defRPr>
            </a:lvl1pPr>
            <a:lvl2pPr lvl="1" rtl="0" algn="ctr">
              <a:spcBef>
                <a:spcPts val="0"/>
              </a:spcBef>
              <a:spcAft>
                <a:spcPts val="0"/>
              </a:spcAft>
              <a:buClr>
                <a:schemeClr val="lt1"/>
              </a:buClr>
              <a:buSzPts val="3600"/>
              <a:buNone/>
              <a:defRPr sz="3600">
                <a:solidFill>
                  <a:schemeClr val="lt1"/>
                </a:solidFill>
              </a:defRPr>
            </a:lvl2pPr>
            <a:lvl3pPr lvl="2" rtl="0" algn="ctr">
              <a:spcBef>
                <a:spcPts val="0"/>
              </a:spcBef>
              <a:spcAft>
                <a:spcPts val="0"/>
              </a:spcAft>
              <a:buClr>
                <a:schemeClr val="lt1"/>
              </a:buClr>
              <a:buSzPts val="3600"/>
              <a:buNone/>
              <a:defRPr sz="3600">
                <a:solidFill>
                  <a:schemeClr val="lt1"/>
                </a:solidFill>
              </a:defRPr>
            </a:lvl3pPr>
            <a:lvl4pPr lvl="3" rtl="0" algn="ctr">
              <a:spcBef>
                <a:spcPts val="0"/>
              </a:spcBef>
              <a:spcAft>
                <a:spcPts val="0"/>
              </a:spcAft>
              <a:buClr>
                <a:schemeClr val="lt1"/>
              </a:buClr>
              <a:buSzPts val="3600"/>
              <a:buNone/>
              <a:defRPr sz="3600">
                <a:solidFill>
                  <a:schemeClr val="lt1"/>
                </a:solidFill>
              </a:defRPr>
            </a:lvl4pPr>
            <a:lvl5pPr lvl="4" rtl="0" algn="ctr">
              <a:spcBef>
                <a:spcPts val="0"/>
              </a:spcBef>
              <a:spcAft>
                <a:spcPts val="0"/>
              </a:spcAft>
              <a:buClr>
                <a:schemeClr val="lt1"/>
              </a:buClr>
              <a:buSzPts val="3600"/>
              <a:buNone/>
              <a:defRPr sz="3600">
                <a:solidFill>
                  <a:schemeClr val="lt1"/>
                </a:solidFill>
              </a:defRPr>
            </a:lvl5pPr>
            <a:lvl6pPr lvl="5" rtl="0" algn="ctr">
              <a:spcBef>
                <a:spcPts val="0"/>
              </a:spcBef>
              <a:spcAft>
                <a:spcPts val="0"/>
              </a:spcAft>
              <a:buClr>
                <a:schemeClr val="lt1"/>
              </a:buClr>
              <a:buSzPts val="3600"/>
              <a:buNone/>
              <a:defRPr sz="3600">
                <a:solidFill>
                  <a:schemeClr val="lt1"/>
                </a:solidFill>
              </a:defRPr>
            </a:lvl6pPr>
            <a:lvl7pPr lvl="6" rtl="0" algn="ctr">
              <a:spcBef>
                <a:spcPts val="0"/>
              </a:spcBef>
              <a:spcAft>
                <a:spcPts val="0"/>
              </a:spcAft>
              <a:buClr>
                <a:schemeClr val="lt1"/>
              </a:buClr>
              <a:buSzPts val="3600"/>
              <a:buNone/>
              <a:defRPr sz="3600">
                <a:solidFill>
                  <a:schemeClr val="lt1"/>
                </a:solidFill>
              </a:defRPr>
            </a:lvl7pPr>
            <a:lvl8pPr lvl="7" rtl="0" algn="ctr">
              <a:spcBef>
                <a:spcPts val="0"/>
              </a:spcBef>
              <a:spcAft>
                <a:spcPts val="0"/>
              </a:spcAft>
              <a:buClr>
                <a:schemeClr val="lt1"/>
              </a:buClr>
              <a:buSzPts val="3600"/>
              <a:buNone/>
              <a:defRPr sz="3600">
                <a:solidFill>
                  <a:schemeClr val="lt1"/>
                </a:solidFill>
              </a:defRPr>
            </a:lvl8pPr>
            <a:lvl9pPr lvl="8" rtl="0" algn="ctr">
              <a:spcBef>
                <a:spcPts val="0"/>
              </a:spcBef>
              <a:spcAft>
                <a:spcPts val="0"/>
              </a:spcAft>
              <a:buClr>
                <a:schemeClr val="lt1"/>
              </a:buClr>
              <a:buSzPts val="3600"/>
              <a:buNone/>
              <a:defRPr sz="3600">
                <a:solidFill>
                  <a:schemeClr val="lt1"/>
                </a:solidFill>
              </a:defRPr>
            </a:lvl9pPr>
          </a:lstStyle>
          <a:p/>
        </p:txBody>
      </p:sp>
      <p:sp>
        <p:nvSpPr>
          <p:cNvPr id="68" name="Google Shape;68;p15"/>
          <p:cNvSpPr txBox="1"/>
          <p:nvPr>
            <p:ph idx="1" type="subTitle"/>
          </p:nvPr>
        </p:nvSpPr>
        <p:spPr>
          <a:xfrm>
            <a:off x="4491888" y="2851113"/>
            <a:ext cx="3312300" cy="60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None/>
              <a:defRPr sz="16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69" name="Google Shape;69;p15"/>
          <p:cNvSpPr txBox="1"/>
          <p:nvPr>
            <p:ph hasCustomPrompt="1" idx="2" type="title"/>
          </p:nvPr>
        </p:nvSpPr>
        <p:spPr>
          <a:xfrm>
            <a:off x="1931113" y="1872250"/>
            <a:ext cx="1728900" cy="11886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6000"/>
              <a:buNone/>
              <a:defRPr sz="82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pic>
        <p:nvPicPr>
          <p:cNvPr id="70" name="Google Shape;70;p15"/>
          <p:cNvPicPr preferRelativeResize="0"/>
          <p:nvPr/>
        </p:nvPicPr>
        <p:blipFill>
          <a:blip r:embed="rId3">
            <a:alphaModFix amt="75000"/>
          </a:blip>
          <a:stretch>
            <a:fillRect/>
          </a:stretch>
        </p:blipFill>
        <p:spPr>
          <a:xfrm>
            <a:off x="-1015800" y="-419100"/>
            <a:ext cx="6190054" cy="3832501"/>
          </a:xfrm>
          <a:prstGeom prst="rect">
            <a:avLst/>
          </a:prstGeom>
          <a:noFill/>
          <a:ln>
            <a:noFill/>
          </a:ln>
        </p:spPr>
      </p:pic>
      <p:pic>
        <p:nvPicPr>
          <p:cNvPr id="71" name="Google Shape;71;p15"/>
          <p:cNvPicPr preferRelativeResize="0"/>
          <p:nvPr/>
        </p:nvPicPr>
        <p:blipFill>
          <a:blip r:embed="rId3">
            <a:alphaModFix amt="75000"/>
          </a:blip>
          <a:stretch>
            <a:fillRect/>
          </a:stretch>
        </p:blipFill>
        <p:spPr>
          <a:xfrm rot="10800000">
            <a:off x="4352926" y="1967775"/>
            <a:ext cx="5790899" cy="358537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2" name="Shape 72"/>
        <p:cNvGrpSpPr/>
        <p:nvPr/>
      </p:nvGrpSpPr>
      <p:grpSpPr>
        <a:xfrm>
          <a:off x="0" y="0"/>
          <a:ext cx="0" cy="0"/>
          <a:chOff x="0" y="0"/>
          <a:chExt cx="0" cy="0"/>
        </a:xfrm>
      </p:grpSpPr>
      <p:pic>
        <p:nvPicPr>
          <p:cNvPr id="73" name="Google Shape;73;p16"/>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74" name="Google Shape;74;p16"/>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6"/>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6"/>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6"/>
          <p:cNvSpPr txBox="1"/>
          <p:nvPr>
            <p:ph idx="1" type="body"/>
          </p:nvPr>
        </p:nvSpPr>
        <p:spPr>
          <a:xfrm>
            <a:off x="720000" y="1168463"/>
            <a:ext cx="7704000" cy="572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AutoNum type="arabicPeriod"/>
              <a:defRPr sz="1200"/>
            </a:lvl1pPr>
            <a:lvl2pPr indent="-317500" lvl="1" marL="914400" rtl="0">
              <a:spcBef>
                <a:spcPts val="0"/>
              </a:spcBef>
              <a:spcAft>
                <a:spcPts val="0"/>
              </a:spcAft>
              <a:buSzPts val="1400"/>
              <a:buAutoNum type="alphaLcPeriod"/>
              <a:defRPr/>
            </a:lvl2pPr>
            <a:lvl3pPr indent="-317500" lvl="2" marL="1371600" rtl="0">
              <a:spcBef>
                <a:spcPts val="0"/>
              </a:spcBef>
              <a:spcAft>
                <a:spcPts val="0"/>
              </a:spcAft>
              <a:buSzPts val="1400"/>
              <a:buAutoNum type="romanLcPeriod"/>
              <a:defRPr/>
            </a:lvl3pPr>
            <a:lvl4pPr indent="-317500" lvl="3" marL="1828800" rtl="0">
              <a:spcBef>
                <a:spcPts val="0"/>
              </a:spcBef>
              <a:spcAft>
                <a:spcPts val="0"/>
              </a:spcAft>
              <a:buSzPts val="1400"/>
              <a:buAutoNum type="arabicPeriod"/>
              <a:defRPr/>
            </a:lvl4pPr>
            <a:lvl5pPr indent="-317500" lvl="4" marL="2286000" rtl="0">
              <a:spcBef>
                <a:spcPts val="0"/>
              </a:spcBef>
              <a:spcAft>
                <a:spcPts val="0"/>
              </a:spcAft>
              <a:buSzPts val="1400"/>
              <a:buAutoNum type="alphaLcPeriod"/>
              <a:defRPr/>
            </a:lvl5pPr>
            <a:lvl6pPr indent="-317500" lvl="5" marL="2743200" rtl="0">
              <a:spcBef>
                <a:spcPts val="0"/>
              </a:spcBef>
              <a:spcAft>
                <a:spcPts val="0"/>
              </a:spcAft>
              <a:buSzPts val="1400"/>
              <a:buAutoNum type="romanLcPeriod"/>
              <a:defRPr/>
            </a:lvl6pPr>
            <a:lvl7pPr indent="-317500" lvl="6" marL="3200400" rtl="0">
              <a:spcBef>
                <a:spcPts val="0"/>
              </a:spcBef>
              <a:spcAft>
                <a:spcPts val="0"/>
              </a:spcAft>
              <a:buSzPts val="1400"/>
              <a:buAutoNum type="arabicPeriod"/>
              <a:defRPr/>
            </a:lvl7pPr>
            <a:lvl8pPr indent="-317500" lvl="7" marL="3657600" rtl="0">
              <a:spcBef>
                <a:spcPts val="0"/>
              </a:spcBef>
              <a:spcAft>
                <a:spcPts val="0"/>
              </a:spcAft>
              <a:buSzPts val="1400"/>
              <a:buAutoNum type="alphaLcPeriod"/>
              <a:defRPr/>
            </a:lvl8pPr>
            <a:lvl9pPr indent="-317500" lvl="8" marL="4114800" rtl="0">
              <a:spcBef>
                <a:spcPts val="0"/>
              </a:spcBef>
              <a:spcAft>
                <a:spcPts val="0"/>
              </a:spcAft>
              <a:buSzPts val="1400"/>
              <a:buAutoNum type="romanLcPeriod"/>
              <a:defRPr/>
            </a:lvl9pPr>
          </a:lstStyle>
          <a:p/>
        </p:txBody>
      </p:sp>
      <p:pic>
        <p:nvPicPr>
          <p:cNvPr id="78" name="Google Shape;78;p16"/>
          <p:cNvPicPr preferRelativeResize="0"/>
          <p:nvPr/>
        </p:nvPicPr>
        <p:blipFill>
          <a:blip r:embed="rId3">
            <a:alphaModFix amt="75000"/>
          </a:blip>
          <a:stretch>
            <a:fillRect/>
          </a:stretch>
        </p:blipFill>
        <p:spPr>
          <a:xfrm>
            <a:off x="-825300" y="-371475"/>
            <a:ext cx="4857272" cy="3007325"/>
          </a:xfrm>
          <a:prstGeom prst="rect">
            <a:avLst/>
          </a:prstGeom>
          <a:noFill/>
          <a:ln>
            <a:noFill/>
          </a:ln>
        </p:spPr>
      </p:pic>
      <p:pic>
        <p:nvPicPr>
          <p:cNvPr id="79" name="Google Shape;79;p16"/>
          <p:cNvPicPr preferRelativeResize="0"/>
          <p:nvPr/>
        </p:nvPicPr>
        <p:blipFill>
          <a:blip r:embed="rId3">
            <a:alphaModFix amt="75000"/>
          </a:blip>
          <a:stretch>
            <a:fillRect/>
          </a:stretch>
        </p:blipFill>
        <p:spPr>
          <a:xfrm rot="10800000">
            <a:off x="5048253" y="2398274"/>
            <a:ext cx="5095572" cy="3154876"/>
          </a:xfrm>
          <a:prstGeom prst="rect">
            <a:avLst/>
          </a:prstGeom>
          <a:noFill/>
          <a:ln>
            <a:noFill/>
          </a:ln>
        </p:spPr>
      </p:pic>
      <p:sp>
        <p:nvSpPr>
          <p:cNvPr id="80" name="Google Shape;80;p16"/>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1" name="Shape 81"/>
        <p:cNvGrpSpPr/>
        <p:nvPr/>
      </p:nvGrpSpPr>
      <p:grpSpPr>
        <a:xfrm>
          <a:off x="0" y="0"/>
          <a:ext cx="0" cy="0"/>
          <a:chOff x="0" y="0"/>
          <a:chExt cx="0" cy="0"/>
        </a:xfrm>
      </p:grpSpPr>
      <p:pic>
        <p:nvPicPr>
          <p:cNvPr id="82" name="Google Shape;82;p17"/>
          <p:cNvPicPr preferRelativeResize="0"/>
          <p:nvPr/>
        </p:nvPicPr>
        <p:blipFill rotWithShape="1">
          <a:blip r:embed="rId2">
            <a:alphaModFix amt="75000"/>
          </a:blip>
          <a:srcRect b="0" l="17266" r="0" t="16652"/>
          <a:stretch/>
        </p:blipFill>
        <p:spPr>
          <a:xfrm rot="10800000">
            <a:off x="4688049" y="2278552"/>
            <a:ext cx="4684549" cy="2922100"/>
          </a:xfrm>
          <a:prstGeom prst="rect">
            <a:avLst/>
          </a:prstGeom>
          <a:noFill/>
          <a:ln>
            <a:noFill/>
          </a:ln>
        </p:spPr>
      </p:pic>
      <p:pic>
        <p:nvPicPr>
          <p:cNvPr id="83" name="Google Shape;83;p17"/>
          <p:cNvPicPr preferRelativeResize="0"/>
          <p:nvPr/>
        </p:nvPicPr>
        <p:blipFill rotWithShape="1">
          <a:blip r:embed="rId2">
            <a:alphaModFix amt="75000"/>
          </a:blip>
          <a:srcRect b="0" l="16618" r="0" t="14668"/>
          <a:stretch/>
        </p:blipFill>
        <p:spPr>
          <a:xfrm rot="4">
            <a:off x="-57150" y="-190497"/>
            <a:ext cx="4810127" cy="3047996"/>
          </a:xfrm>
          <a:prstGeom prst="rect">
            <a:avLst/>
          </a:prstGeom>
          <a:noFill/>
          <a:ln>
            <a:noFill/>
          </a:ln>
        </p:spPr>
      </p:pic>
      <p:pic>
        <p:nvPicPr>
          <p:cNvPr id="84" name="Google Shape;84;p17"/>
          <p:cNvPicPr preferRelativeResize="0"/>
          <p:nvPr/>
        </p:nvPicPr>
        <p:blipFill rotWithShape="1">
          <a:blip r:embed="rId3">
            <a:alphaModFix/>
          </a:blip>
          <a:srcRect b="17753" l="0" r="0" t="1620"/>
          <a:stretch/>
        </p:blipFill>
        <p:spPr>
          <a:xfrm>
            <a:off x="-181700" y="-257175"/>
            <a:ext cx="9649551" cy="5667373"/>
          </a:xfrm>
          <a:prstGeom prst="rect">
            <a:avLst/>
          </a:prstGeom>
          <a:noFill/>
          <a:ln>
            <a:noFill/>
          </a:ln>
        </p:spPr>
      </p:pic>
      <p:sp>
        <p:nvSpPr>
          <p:cNvPr id="85" name="Google Shape;85;p17"/>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7"/>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7"/>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7"/>
          <p:cNvSpPr txBox="1"/>
          <p:nvPr>
            <p:ph type="title"/>
          </p:nvPr>
        </p:nvSpPr>
        <p:spPr>
          <a:xfrm>
            <a:off x="720000" y="540000"/>
            <a:ext cx="77043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9" name="Google Shape;89;p17"/>
          <p:cNvSpPr txBox="1"/>
          <p:nvPr>
            <p:ph idx="1" type="subTitle"/>
          </p:nvPr>
        </p:nvSpPr>
        <p:spPr>
          <a:xfrm>
            <a:off x="1605775" y="3703499"/>
            <a:ext cx="2846700" cy="78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0" name="Google Shape;90;p17"/>
          <p:cNvSpPr txBox="1"/>
          <p:nvPr>
            <p:ph idx="2" type="subTitle"/>
          </p:nvPr>
        </p:nvSpPr>
        <p:spPr>
          <a:xfrm>
            <a:off x="4688050" y="3703499"/>
            <a:ext cx="2846700" cy="78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1" name="Google Shape;91;p17"/>
          <p:cNvSpPr txBox="1"/>
          <p:nvPr>
            <p:ph idx="3" type="subTitle"/>
          </p:nvPr>
        </p:nvSpPr>
        <p:spPr>
          <a:xfrm>
            <a:off x="1605779" y="3328943"/>
            <a:ext cx="28467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None/>
              <a:defRPr sz="2000">
                <a:solidFill>
                  <a:schemeClr val="accent1"/>
                </a:solidFill>
                <a:latin typeface="Audiowide"/>
                <a:ea typeface="Audiowide"/>
                <a:cs typeface="Audiowide"/>
                <a:sym typeface="Audiowide"/>
              </a:defRPr>
            </a:lvl1pPr>
            <a:lvl2pPr lvl="1" rtl="0" algn="ctr">
              <a:lnSpc>
                <a:spcPct val="100000"/>
              </a:lnSpc>
              <a:spcBef>
                <a:spcPts val="0"/>
              </a:spcBef>
              <a:spcAft>
                <a:spcPts val="0"/>
              </a:spcAft>
              <a:buSzPts val="2000"/>
              <a:buNone/>
              <a:defRPr sz="2000"/>
            </a:lvl2pPr>
            <a:lvl3pPr lvl="2" rtl="0" algn="ctr">
              <a:lnSpc>
                <a:spcPct val="100000"/>
              </a:lnSpc>
              <a:spcBef>
                <a:spcPts val="0"/>
              </a:spcBef>
              <a:spcAft>
                <a:spcPts val="0"/>
              </a:spcAft>
              <a:buSzPts val="2000"/>
              <a:buNone/>
              <a:defRPr sz="2000"/>
            </a:lvl3pPr>
            <a:lvl4pPr lvl="3" rtl="0" algn="ctr">
              <a:lnSpc>
                <a:spcPct val="100000"/>
              </a:lnSpc>
              <a:spcBef>
                <a:spcPts val="0"/>
              </a:spcBef>
              <a:spcAft>
                <a:spcPts val="0"/>
              </a:spcAft>
              <a:buSzPts val="2000"/>
              <a:buNone/>
              <a:defRPr sz="2000"/>
            </a:lvl4pPr>
            <a:lvl5pPr lvl="4" rtl="0" algn="ctr">
              <a:lnSpc>
                <a:spcPct val="100000"/>
              </a:lnSpc>
              <a:spcBef>
                <a:spcPts val="0"/>
              </a:spcBef>
              <a:spcAft>
                <a:spcPts val="0"/>
              </a:spcAft>
              <a:buSzPts val="2000"/>
              <a:buNone/>
              <a:defRPr sz="2000"/>
            </a:lvl5pPr>
            <a:lvl6pPr lvl="5" rtl="0" algn="ctr">
              <a:lnSpc>
                <a:spcPct val="100000"/>
              </a:lnSpc>
              <a:spcBef>
                <a:spcPts val="0"/>
              </a:spcBef>
              <a:spcAft>
                <a:spcPts val="0"/>
              </a:spcAft>
              <a:buSzPts val="2000"/>
              <a:buNone/>
              <a:defRPr sz="2000"/>
            </a:lvl6pPr>
            <a:lvl7pPr lvl="6" rtl="0" algn="ctr">
              <a:lnSpc>
                <a:spcPct val="100000"/>
              </a:lnSpc>
              <a:spcBef>
                <a:spcPts val="0"/>
              </a:spcBef>
              <a:spcAft>
                <a:spcPts val="0"/>
              </a:spcAft>
              <a:buSzPts val="2000"/>
              <a:buNone/>
              <a:defRPr sz="2000"/>
            </a:lvl7pPr>
            <a:lvl8pPr lvl="7" rtl="0" algn="ctr">
              <a:lnSpc>
                <a:spcPct val="100000"/>
              </a:lnSpc>
              <a:spcBef>
                <a:spcPts val="0"/>
              </a:spcBef>
              <a:spcAft>
                <a:spcPts val="0"/>
              </a:spcAft>
              <a:buSzPts val="2000"/>
              <a:buNone/>
              <a:defRPr sz="2000"/>
            </a:lvl8pPr>
            <a:lvl9pPr lvl="8" rtl="0" algn="ctr">
              <a:lnSpc>
                <a:spcPct val="100000"/>
              </a:lnSpc>
              <a:spcBef>
                <a:spcPts val="0"/>
              </a:spcBef>
              <a:spcAft>
                <a:spcPts val="0"/>
              </a:spcAft>
              <a:buSzPts val="2000"/>
              <a:buNone/>
              <a:defRPr sz="2000"/>
            </a:lvl9pPr>
          </a:lstStyle>
          <a:p/>
        </p:txBody>
      </p:sp>
      <p:sp>
        <p:nvSpPr>
          <p:cNvPr id="92" name="Google Shape;92;p17"/>
          <p:cNvSpPr txBox="1"/>
          <p:nvPr>
            <p:ph idx="4" type="subTitle"/>
          </p:nvPr>
        </p:nvSpPr>
        <p:spPr>
          <a:xfrm>
            <a:off x="4688055" y="3328943"/>
            <a:ext cx="28467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None/>
              <a:defRPr sz="2000">
                <a:solidFill>
                  <a:schemeClr val="accent1"/>
                </a:solidFill>
                <a:latin typeface="Audiowide"/>
                <a:ea typeface="Audiowide"/>
                <a:cs typeface="Audiowide"/>
                <a:sym typeface="Audiowide"/>
              </a:defRPr>
            </a:lvl1pPr>
            <a:lvl2pPr lvl="1" rtl="0" algn="ctr">
              <a:lnSpc>
                <a:spcPct val="100000"/>
              </a:lnSpc>
              <a:spcBef>
                <a:spcPts val="0"/>
              </a:spcBef>
              <a:spcAft>
                <a:spcPts val="0"/>
              </a:spcAft>
              <a:buSzPts val="2000"/>
              <a:buNone/>
              <a:defRPr sz="2000"/>
            </a:lvl2pPr>
            <a:lvl3pPr lvl="2" rtl="0" algn="ctr">
              <a:lnSpc>
                <a:spcPct val="100000"/>
              </a:lnSpc>
              <a:spcBef>
                <a:spcPts val="0"/>
              </a:spcBef>
              <a:spcAft>
                <a:spcPts val="0"/>
              </a:spcAft>
              <a:buSzPts val="2000"/>
              <a:buNone/>
              <a:defRPr sz="2000"/>
            </a:lvl3pPr>
            <a:lvl4pPr lvl="3" rtl="0" algn="ctr">
              <a:lnSpc>
                <a:spcPct val="100000"/>
              </a:lnSpc>
              <a:spcBef>
                <a:spcPts val="0"/>
              </a:spcBef>
              <a:spcAft>
                <a:spcPts val="0"/>
              </a:spcAft>
              <a:buSzPts val="2000"/>
              <a:buNone/>
              <a:defRPr sz="2000"/>
            </a:lvl4pPr>
            <a:lvl5pPr lvl="4" rtl="0" algn="ctr">
              <a:lnSpc>
                <a:spcPct val="100000"/>
              </a:lnSpc>
              <a:spcBef>
                <a:spcPts val="0"/>
              </a:spcBef>
              <a:spcAft>
                <a:spcPts val="0"/>
              </a:spcAft>
              <a:buSzPts val="2000"/>
              <a:buNone/>
              <a:defRPr sz="2000"/>
            </a:lvl5pPr>
            <a:lvl6pPr lvl="5" rtl="0" algn="ctr">
              <a:lnSpc>
                <a:spcPct val="100000"/>
              </a:lnSpc>
              <a:spcBef>
                <a:spcPts val="0"/>
              </a:spcBef>
              <a:spcAft>
                <a:spcPts val="0"/>
              </a:spcAft>
              <a:buSzPts val="2000"/>
              <a:buNone/>
              <a:defRPr sz="2000"/>
            </a:lvl6pPr>
            <a:lvl7pPr lvl="6" rtl="0" algn="ctr">
              <a:lnSpc>
                <a:spcPct val="100000"/>
              </a:lnSpc>
              <a:spcBef>
                <a:spcPts val="0"/>
              </a:spcBef>
              <a:spcAft>
                <a:spcPts val="0"/>
              </a:spcAft>
              <a:buSzPts val="2000"/>
              <a:buNone/>
              <a:defRPr sz="2000"/>
            </a:lvl7pPr>
            <a:lvl8pPr lvl="7" rtl="0" algn="ctr">
              <a:lnSpc>
                <a:spcPct val="100000"/>
              </a:lnSpc>
              <a:spcBef>
                <a:spcPts val="0"/>
              </a:spcBef>
              <a:spcAft>
                <a:spcPts val="0"/>
              </a:spcAft>
              <a:buSzPts val="2000"/>
              <a:buNone/>
              <a:defRPr sz="2000"/>
            </a:lvl8pPr>
            <a:lvl9pPr lvl="8" rtl="0" algn="ctr">
              <a:lnSpc>
                <a:spcPct val="100000"/>
              </a:lnSpc>
              <a:spcBef>
                <a:spcPts val="0"/>
              </a:spcBef>
              <a:spcAft>
                <a:spcPts val="0"/>
              </a:spcAft>
              <a:buSzPts val="2000"/>
              <a:buNone/>
              <a:defRPr sz="2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3" name="Shape 93"/>
        <p:cNvGrpSpPr/>
        <p:nvPr/>
      </p:nvGrpSpPr>
      <p:grpSpPr>
        <a:xfrm>
          <a:off x="0" y="0"/>
          <a:ext cx="0" cy="0"/>
          <a:chOff x="0" y="0"/>
          <a:chExt cx="0" cy="0"/>
        </a:xfrm>
      </p:grpSpPr>
      <p:pic>
        <p:nvPicPr>
          <p:cNvPr id="94" name="Google Shape;94;p18"/>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95" name="Google Shape;95;p18"/>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8"/>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8"/>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8"/>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99" name="Google Shape;99;p18"/>
          <p:cNvPicPr preferRelativeResize="0"/>
          <p:nvPr/>
        </p:nvPicPr>
        <p:blipFill rotWithShape="1">
          <a:blip r:embed="rId3">
            <a:alphaModFix amt="75000"/>
          </a:blip>
          <a:srcRect b="0" l="24087" r="0" t="19903"/>
          <a:stretch/>
        </p:blipFill>
        <p:spPr>
          <a:xfrm>
            <a:off x="-104775" y="-85500"/>
            <a:ext cx="3714749" cy="2426851"/>
          </a:xfrm>
          <a:prstGeom prst="rect">
            <a:avLst/>
          </a:prstGeom>
          <a:noFill/>
          <a:ln>
            <a:noFill/>
          </a:ln>
        </p:spPr>
      </p:pic>
      <p:pic>
        <p:nvPicPr>
          <p:cNvPr id="100" name="Google Shape;100;p18"/>
          <p:cNvPicPr preferRelativeResize="0"/>
          <p:nvPr/>
        </p:nvPicPr>
        <p:blipFill rotWithShape="1">
          <a:blip r:embed="rId3">
            <a:alphaModFix amt="75000"/>
          </a:blip>
          <a:srcRect b="0" l="22039" r="0" t="14089"/>
          <a:stretch/>
        </p:blipFill>
        <p:spPr>
          <a:xfrm rot="-10799995">
            <a:off x="5705475" y="2752926"/>
            <a:ext cx="3629025" cy="2476296"/>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1" name="Shape 101"/>
        <p:cNvGrpSpPr/>
        <p:nvPr/>
      </p:nvGrpSpPr>
      <p:grpSpPr>
        <a:xfrm>
          <a:off x="0" y="0"/>
          <a:ext cx="0" cy="0"/>
          <a:chOff x="0" y="0"/>
          <a:chExt cx="0" cy="0"/>
        </a:xfrm>
      </p:grpSpPr>
      <p:pic>
        <p:nvPicPr>
          <p:cNvPr id="102" name="Google Shape;102;p19"/>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103" name="Google Shape;103;p19"/>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9"/>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9"/>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9"/>
          <p:cNvSpPr txBox="1"/>
          <p:nvPr>
            <p:ph type="title"/>
          </p:nvPr>
        </p:nvSpPr>
        <p:spPr>
          <a:xfrm>
            <a:off x="4381506" y="887025"/>
            <a:ext cx="4038600" cy="956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7" name="Google Shape;107;p19"/>
          <p:cNvSpPr txBox="1"/>
          <p:nvPr>
            <p:ph idx="1" type="body"/>
          </p:nvPr>
        </p:nvSpPr>
        <p:spPr>
          <a:xfrm>
            <a:off x="4381500" y="1843575"/>
            <a:ext cx="4038600" cy="2436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1"/>
              </a:buClr>
              <a:buSzPts val="1400"/>
              <a:buChar char="●"/>
              <a:defRPr/>
            </a:lvl1pPr>
            <a:lvl2pPr indent="-317500" lvl="1" marL="914400" rtl="0">
              <a:spcBef>
                <a:spcPts val="0"/>
              </a:spcBef>
              <a:spcAft>
                <a:spcPts val="0"/>
              </a:spcAft>
              <a:buSzPts val="1400"/>
              <a:buChar char="○"/>
              <a:defRPr/>
            </a:lvl2pPr>
            <a:lvl3pPr indent="-311150" lvl="2" marL="1371600" rtl="0">
              <a:spcBef>
                <a:spcPts val="0"/>
              </a:spcBef>
              <a:spcAft>
                <a:spcPts val="0"/>
              </a:spcAft>
              <a:buSzPts val="1300"/>
              <a:buChar char="■"/>
              <a:defRPr sz="1300"/>
            </a:lvl3pPr>
            <a:lvl4pPr indent="-311150" lvl="3" marL="1828800" rtl="0">
              <a:spcBef>
                <a:spcPts val="0"/>
              </a:spcBef>
              <a:spcAft>
                <a:spcPts val="0"/>
              </a:spcAft>
              <a:buSzPts val="1300"/>
              <a:buChar char="●"/>
              <a:defRPr sz="1300"/>
            </a:lvl4pPr>
            <a:lvl5pPr indent="-311150" lvl="4" marL="2286000" rtl="0">
              <a:spcBef>
                <a:spcPts val="0"/>
              </a:spcBef>
              <a:spcAft>
                <a:spcPts val="0"/>
              </a:spcAft>
              <a:buSzPts val="1300"/>
              <a:buChar char="○"/>
              <a:defRPr sz="1300"/>
            </a:lvl5pPr>
            <a:lvl6pPr indent="-311150" lvl="5" marL="2743200" rtl="0">
              <a:spcBef>
                <a:spcPts val="0"/>
              </a:spcBef>
              <a:spcAft>
                <a:spcPts val="0"/>
              </a:spcAft>
              <a:buSzPts val="1300"/>
              <a:buChar char="■"/>
              <a:defRPr sz="1300"/>
            </a:lvl6pPr>
            <a:lvl7pPr indent="-311150" lvl="6" marL="3200400" rtl="0">
              <a:spcBef>
                <a:spcPts val="0"/>
              </a:spcBef>
              <a:spcAft>
                <a:spcPts val="0"/>
              </a:spcAft>
              <a:buSzPts val="1300"/>
              <a:buChar char="●"/>
              <a:defRPr sz="1300"/>
            </a:lvl7pPr>
            <a:lvl8pPr indent="-311150" lvl="7" marL="3657600" rtl="0">
              <a:spcBef>
                <a:spcPts val="0"/>
              </a:spcBef>
              <a:spcAft>
                <a:spcPts val="0"/>
              </a:spcAft>
              <a:buSzPts val="1300"/>
              <a:buChar char="○"/>
              <a:defRPr sz="1300"/>
            </a:lvl8pPr>
            <a:lvl9pPr indent="-311150" lvl="8" marL="4114800" rtl="0">
              <a:spcBef>
                <a:spcPts val="0"/>
              </a:spcBef>
              <a:spcAft>
                <a:spcPts val="0"/>
              </a:spcAft>
              <a:buSzPts val="1300"/>
              <a:buChar char="■"/>
              <a:defRPr sz="1300"/>
            </a:lvl9pPr>
          </a:lstStyle>
          <a:p/>
        </p:txBody>
      </p:sp>
      <p:pic>
        <p:nvPicPr>
          <p:cNvPr id="108" name="Google Shape;108;p19"/>
          <p:cNvPicPr preferRelativeResize="0"/>
          <p:nvPr/>
        </p:nvPicPr>
        <p:blipFill rotWithShape="1">
          <a:blip r:embed="rId3">
            <a:alphaModFix amt="75000"/>
          </a:blip>
          <a:srcRect b="0" l="24156" r="0" t="16303"/>
          <a:stretch/>
        </p:blipFill>
        <p:spPr>
          <a:xfrm rot="5400000">
            <a:off x="5767588" y="527636"/>
            <a:ext cx="4294574" cy="2934501"/>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9" name="Shape 109"/>
        <p:cNvGrpSpPr/>
        <p:nvPr/>
      </p:nvGrpSpPr>
      <p:grpSpPr>
        <a:xfrm>
          <a:off x="0" y="0"/>
          <a:ext cx="0" cy="0"/>
          <a:chOff x="0" y="0"/>
          <a:chExt cx="0" cy="0"/>
        </a:xfrm>
      </p:grpSpPr>
      <p:pic>
        <p:nvPicPr>
          <p:cNvPr id="110" name="Google Shape;110;p20"/>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111" name="Google Shape;111;p20"/>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0"/>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0"/>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0"/>
          <p:cNvSpPr txBox="1"/>
          <p:nvPr>
            <p:ph type="title"/>
          </p:nvPr>
        </p:nvSpPr>
        <p:spPr>
          <a:xfrm>
            <a:off x="2005350" y="1506750"/>
            <a:ext cx="5133300" cy="21300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6000"/>
              <a:buNone/>
              <a:defRPr sz="73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p:txBody>
      </p:sp>
      <p:pic>
        <p:nvPicPr>
          <p:cNvPr id="115" name="Google Shape;115;p20"/>
          <p:cNvPicPr preferRelativeResize="0"/>
          <p:nvPr/>
        </p:nvPicPr>
        <p:blipFill>
          <a:blip r:embed="rId3">
            <a:alphaModFix amt="75000"/>
          </a:blip>
          <a:stretch>
            <a:fillRect/>
          </a:stretch>
        </p:blipFill>
        <p:spPr>
          <a:xfrm rot="5400000">
            <a:off x="4270575" y="37800"/>
            <a:ext cx="6816287" cy="4220224"/>
          </a:xfrm>
          <a:prstGeom prst="rect">
            <a:avLst/>
          </a:prstGeom>
          <a:noFill/>
          <a:ln>
            <a:noFill/>
          </a:ln>
        </p:spPr>
      </p:pic>
      <p:pic>
        <p:nvPicPr>
          <p:cNvPr id="116" name="Google Shape;116;p20"/>
          <p:cNvPicPr preferRelativeResize="0"/>
          <p:nvPr/>
        </p:nvPicPr>
        <p:blipFill>
          <a:blip r:embed="rId3">
            <a:alphaModFix amt="75000"/>
          </a:blip>
          <a:stretch>
            <a:fillRect/>
          </a:stretch>
        </p:blipFill>
        <p:spPr>
          <a:xfrm rot="-5399997">
            <a:off x="-1890149" y="942974"/>
            <a:ext cx="6692275" cy="414345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7" name="Shape 117"/>
        <p:cNvGrpSpPr/>
        <p:nvPr/>
      </p:nvGrpSpPr>
      <p:grpSpPr>
        <a:xfrm>
          <a:off x="0" y="0"/>
          <a:ext cx="0" cy="0"/>
          <a:chOff x="0" y="0"/>
          <a:chExt cx="0" cy="0"/>
        </a:xfrm>
      </p:grpSpPr>
      <p:pic>
        <p:nvPicPr>
          <p:cNvPr id="118" name="Google Shape;118;p21"/>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119" name="Google Shape;119;p21"/>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1"/>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1"/>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1"/>
          <p:cNvSpPr txBox="1"/>
          <p:nvPr>
            <p:ph type="title"/>
          </p:nvPr>
        </p:nvSpPr>
        <p:spPr>
          <a:xfrm>
            <a:off x="970400" y="1168075"/>
            <a:ext cx="3133800" cy="1815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23" name="Google Shape;123;p21"/>
          <p:cNvSpPr txBox="1"/>
          <p:nvPr>
            <p:ph idx="1" type="subTitle"/>
          </p:nvPr>
        </p:nvSpPr>
        <p:spPr>
          <a:xfrm>
            <a:off x="970400" y="3167250"/>
            <a:ext cx="3133800" cy="84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124" name="Google Shape;124;p21"/>
          <p:cNvPicPr preferRelativeResize="0"/>
          <p:nvPr/>
        </p:nvPicPr>
        <p:blipFill rotWithShape="1">
          <a:blip r:embed="rId3">
            <a:alphaModFix amt="75000"/>
          </a:blip>
          <a:srcRect b="0" l="19106" r="0" t="4942"/>
          <a:stretch/>
        </p:blipFill>
        <p:spPr>
          <a:xfrm rot="-5400000">
            <a:off x="-727588" y="1263239"/>
            <a:ext cx="4580326" cy="3332599"/>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5" name="Shape 125"/>
        <p:cNvGrpSpPr/>
        <p:nvPr/>
      </p:nvGrpSpPr>
      <p:grpSpPr>
        <a:xfrm>
          <a:off x="0" y="0"/>
          <a:ext cx="0" cy="0"/>
          <a:chOff x="0" y="0"/>
          <a:chExt cx="0" cy="0"/>
        </a:xfrm>
      </p:grpSpPr>
      <p:pic>
        <p:nvPicPr>
          <p:cNvPr id="126" name="Google Shape;126;p22"/>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127" name="Google Shape;127;p22"/>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2"/>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2"/>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2"/>
          <p:cNvSpPr txBox="1"/>
          <p:nvPr>
            <p:ph type="title"/>
          </p:nvPr>
        </p:nvSpPr>
        <p:spPr>
          <a:xfrm rot="300">
            <a:off x="720000" y="3295650"/>
            <a:ext cx="3433500" cy="12072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1" name="Shape 131"/>
        <p:cNvGrpSpPr/>
        <p:nvPr/>
      </p:nvGrpSpPr>
      <p:grpSpPr>
        <a:xfrm>
          <a:off x="0" y="0"/>
          <a:ext cx="0" cy="0"/>
          <a:chOff x="0" y="0"/>
          <a:chExt cx="0" cy="0"/>
        </a:xfrm>
      </p:grpSpPr>
      <p:pic>
        <p:nvPicPr>
          <p:cNvPr id="132" name="Google Shape;132;p23"/>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133" name="Google Shape;133;p23"/>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3"/>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3"/>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3"/>
          <p:cNvSpPr txBox="1"/>
          <p:nvPr>
            <p:ph hasCustomPrompt="1" type="title"/>
          </p:nvPr>
        </p:nvSpPr>
        <p:spPr>
          <a:xfrm rot="186">
            <a:off x="977225" y="1686338"/>
            <a:ext cx="5538000" cy="12342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9600"/>
              <a:buNone/>
              <a:defRPr sz="8100"/>
            </a:lvl1pPr>
            <a:lvl2pPr lvl="1" rtl="0" algn="ctr">
              <a:spcBef>
                <a:spcPts val="0"/>
              </a:spcBef>
              <a:spcAft>
                <a:spcPts val="0"/>
              </a:spcAft>
              <a:buClr>
                <a:schemeClr val="lt1"/>
              </a:buClr>
              <a:buSzPts val="9600"/>
              <a:buNone/>
              <a:defRPr sz="9600">
                <a:solidFill>
                  <a:schemeClr val="lt1"/>
                </a:solidFill>
              </a:defRPr>
            </a:lvl2pPr>
            <a:lvl3pPr lvl="2" rtl="0" algn="ctr">
              <a:spcBef>
                <a:spcPts val="0"/>
              </a:spcBef>
              <a:spcAft>
                <a:spcPts val="0"/>
              </a:spcAft>
              <a:buClr>
                <a:schemeClr val="lt1"/>
              </a:buClr>
              <a:buSzPts val="9600"/>
              <a:buNone/>
              <a:defRPr sz="9600">
                <a:solidFill>
                  <a:schemeClr val="lt1"/>
                </a:solidFill>
              </a:defRPr>
            </a:lvl3pPr>
            <a:lvl4pPr lvl="3" rtl="0" algn="ctr">
              <a:spcBef>
                <a:spcPts val="0"/>
              </a:spcBef>
              <a:spcAft>
                <a:spcPts val="0"/>
              </a:spcAft>
              <a:buClr>
                <a:schemeClr val="lt1"/>
              </a:buClr>
              <a:buSzPts val="9600"/>
              <a:buNone/>
              <a:defRPr sz="9600">
                <a:solidFill>
                  <a:schemeClr val="lt1"/>
                </a:solidFill>
              </a:defRPr>
            </a:lvl4pPr>
            <a:lvl5pPr lvl="4" rtl="0" algn="ctr">
              <a:spcBef>
                <a:spcPts val="0"/>
              </a:spcBef>
              <a:spcAft>
                <a:spcPts val="0"/>
              </a:spcAft>
              <a:buClr>
                <a:schemeClr val="lt1"/>
              </a:buClr>
              <a:buSzPts val="9600"/>
              <a:buNone/>
              <a:defRPr sz="9600">
                <a:solidFill>
                  <a:schemeClr val="lt1"/>
                </a:solidFill>
              </a:defRPr>
            </a:lvl5pPr>
            <a:lvl6pPr lvl="5" rtl="0" algn="ctr">
              <a:spcBef>
                <a:spcPts val="0"/>
              </a:spcBef>
              <a:spcAft>
                <a:spcPts val="0"/>
              </a:spcAft>
              <a:buClr>
                <a:schemeClr val="lt1"/>
              </a:buClr>
              <a:buSzPts val="9600"/>
              <a:buNone/>
              <a:defRPr sz="9600">
                <a:solidFill>
                  <a:schemeClr val="lt1"/>
                </a:solidFill>
              </a:defRPr>
            </a:lvl6pPr>
            <a:lvl7pPr lvl="6" rtl="0" algn="ctr">
              <a:spcBef>
                <a:spcPts val="0"/>
              </a:spcBef>
              <a:spcAft>
                <a:spcPts val="0"/>
              </a:spcAft>
              <a:buClr>
                <a:schemeClr val="lt1"/>
              </a:buClr>
              <a:buSzPts val="9600"/>
              <a:buNone/>
              <a:defRPr sz="9600">
                <a:solidFill>
                  <a:schemeClr val="lt1"/>
                </a:solidFill>
              </a:defRPr>
            </a:lvl7pPr>
            <a:lvl8pPr lvl="7" rtl="0" algn="ctr">
              <a:spcBef>
                <a:spcPts val="0"/>
              </a:spcBef>
              <a:spcAft>
                <a:spcPts val="0"/>
              </a:spcAft>
              <a:buClr>
                <a:schemeClr val="lt1"/>
              </a:buClr>
              <a:buSzPts val="9600"/>
              <a:buNone/>
              <a:defRPr sz="9600">
                <a:solidFill>
                  <a:schemeClr val="lt1"/>
                </a:solidFill>
              </a:defRPr>
            </a:lvl8pPr>
            <a:lvl9pPr lvl="8" rtl="0" algn="ctr">
              <a:spcBef>
                <a:spcPts val="0"/>
              </a:spcBef>
              <a:spcAft>
                <a:spcPts val="0"/>
              </a:spcAft>
              <a:buClr>
                <a:schemeClr val="lt1"/>
              </a:buClr>
              <a:buSzPts val="9600"/>
              <a:buNone/>
              <a:defRPr sz="9600">
                <a:solidFill>
                  <a:schemeClr val="lt1"/>
                </a:solidFill>
              </a:defRPr>
            </a:lvl9pPr>
          </a:lstStyle>
          <a:p>
            <a:r>
              <a:t>xx%</a:t>
            </a:r>
          </a:p>
        </p:txBody>
      </p:sp>
      <p:sp>
        <p:nvSpPr>
          <p:cNvPr id="137" name="Google Shape;137;p23"/>
          <p:cNvSpPr txBox="1"/>
          <p:nvPr>
            <p:ph idx="1" type="subTitle"/>
          </p:nvPr>
        </p:nvSpPr>
        <p:spPr>
          <a:xfrm>
            <a:off x="977225" y="2821638"/>
            <a:ext cx="5538000" cy="45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800">
                <a:solidFill>
                  <a:schemeClr val="lt1"/>
                </a:solidFill>
              </a:defRPr>
            </a:lvl1pPr>
            <a:lvl2pPr lvl="1" rtl="0" algn="ctr">
              <a:lnSpc>
                <a:spcPct val="100000"/>
              </a:lnSpc>
              <a:spcBef>
                <a:spcPts val="0"/>
              </a:spcBef>
              <a:spcAft>
                <a:spcPts val="0"/>
              </a:spcAft>
              <a:buClr>
                <a:schemeClr val="lt1"/>
              </a:buClr>
              <a:buSzPts val="1600"/>
              <a:buNone/>
              <a:defRPr sz="1600">
                <a:solidFill>
                  <a:schemeClr val="lt1"/>
                </a:solidFill>
              </a:defRPr>
            </a:lvl2pPr>
            <a:lvl3pPr lvl="2" rtl="0" algn="ctr">
              <a:lnSpc>
                <a:spcPct val="100000"/>
              </a:lnSpc>
              <a:spcBef>
                <a:spcPts val="0"/>
              </a:spcBef>
              <a:spcAft>
                <a:spcPts val="0"/>
              </a:spcAft>
              <a:buClr>
                <a:schemeClr val="lt1"/>
              </a:buClr>
              <a:buSzPts val="1600"/>
              <a:buNone/>
              <a:defRPr sz="1600">
                <a:solidFill>
                  <a:schemeClr val="lt1"/>
                </a:solidFill>
              </a:defRPr>
            </a:lvl3pPr>
            <a:lvl4pPr lvl="3" rtl="0" algn="ctr">
              <a:lnSpc>
                <a:spcPct val="100000"/>
              </a:lnSpc>
              <a:spcBef>
                <a:spcPts val="0"/>
              </a:spcBef>
              <a:spcAft>
                <a:spcPts val="0"/>
              </a:spcAft>
              <a:buClr>
                <a:schemeClr val="lt1"/>
              </a:buClr>
              <a:buSzPts val="1600"/>
              <a:buNone/>
              <a:defRPr sz="1600">
                <a:solidFill>
                  <a:schemeClr val="lt1"/>
                </a:solidFill>
              </a:defRPr>
            </a:lvl4pPr>
            <a:lvl5pPr lvl="4" rtl="0" algn="ctr">
              <a:lnSpc>
                <a:spcPct val="100000"/>
              </a:lnSpc>
              <a:spcBef>
                <a:spcPts val="0"/>
              </a:spcBef>
              <a:spcAft>
                <a:spcPts val="0"/>
              </a:spcAft>
              <a:buClr>
                <a:schemeClr val="lt1"/>
              </a:buClr>
              <a:buSzPts val="1600"/>
              <a:buNone/>
              <a:defRPr sz="1600">
                <a:solidFill>
                  <a:schemeClr val="lt1"/>
                </a:solidFill>
              </a:defRPr>
            </a:lvl5pPr>
            <a:lvl6pPr lvl="5" rtl="0" algn="ctr">
              <a:lnSpc>
                <a:spcPct val="100000"/>
              </a:lnSpc>
              <a:spcBef>
                <a:spcPts val="0"/>
              </a:spcBef>
              <a:spcAft>
                <a:spcPts val="0"/>
              </a:spcAft>
              <a:buClr>
                <a:schemeClr val="lt1"/>
              </a:buClr>
              <a:buSzPts val="1600"/>
              <a:buNone/>
              <a:defRPr sz="1600">
                <a:solidFill>
                  <a:schemeClr val="lt1"/>
                </a:solidFill>
              </a:defRPr>
            </a:lvl6pPr>
            <a:lvl7pPr lvl="6" rtl="0" algn="ctr">
              <a:lnSpc>
                <a:spcPct val="100000"/>
              </a:lnSpc>
              <a:spcBef>
                <a:spcPts val="0"/>
              </a:spcBef>
              <a:spcAft>
                <a:spcPts val="0"/>
              </a:spcAft>
              <a:buClr>
                <a:schemeClr val="lt1"/>
              </a:buClr>
              <a:buSzPts val="1600"/>
              <a:buNone/>
              <a:defRPr sz="1600">
                <a:solidFill>
                  <a:schemeClr val="lt1"/>
                </a:solidFill>
              </a:defRPr>
            </a:lvl7pPr>
            <a:lvl8pPr lvl="7" rtl="0" algn="ctr">
              <a:lnSpc>
                <a:spcPct val="100000"/>
              </a:lnSpc>
              <a:spcBef>
                <a:spcPts val="0"/>
              </a:spcBef>
              <a:spcAft>
                <a:spcPts val="0"/>
              </a:spcAft>
              <a:buClr>
                <a:schemeClr val="lt1"/>
              </a:buClr>
              <a:buSzPts val="1600"/>
              <a:buNone/>
              <a:defRPr sz="1600">
                <a:solidFill>
                  <a:schemeClr val="lt1"/>
                </a:solidFill>
              </a:defRPr>
            </a:lvl8pPr>
            <a:lvl9pPr lvl="8" rtl="0" algn="ctr">
              <a:lnSpc>
                <a:spcPct val="100000"/>
              </a:lnSpc>
              <a:spcBef>
                <a:spcPts val="0"/>
              </a:spcBef>
              <a:spcAft>
                <a:spcPts val="0"/>
              </a:spcAft>
              <a:buClr>
                <a:schemeClr val="lt1"/>
              </a:buClr>
              <a:buSzPts val="1600"/>
              <a:buNone/>
              <a:defRPr sz="1600">
                <a:solidFill>
                  <a:schemeClr val="lt1"/>
                </a:solidFill>
              </a:defRPr>
            </a:lvl9pPr>
          </a:lstStyle>
          <a:p/>
        </p:txBody>
      </p:sp>
      <p:pic>
        <p:nvPicPr>
          <p:cNvPr id="138" name="Google Shape;138;p23"/>
          <p:cNvPicPr preferRelativeResize="0"/>
          <p:nvPr/>
        </p:nvPicPr>
        <p:blipFill rotWithShape="1">
          <a:blip r:embed="rId3">
            <a:alphaModFix amt="75000"/>
          </a:blip>
          <a:srcRect b="0" l="0" r="0" t="0"/>
          <a:stretch/>
        </p:blipFill>
        <p:spPr>
          <a:xfrm rot="6015032">
            <a:off x="3802652" y="445901"/>
            <a:ext cx="7113000" cy="4404125"/>
          </a:xfrm>
          <a:prstGeom prst="rect">
            <a:avLst/>
          </a:prstGeom>
          <a:noFill/>
          <a:ln>
            <a:noFill/>
          </a:ln>
        </p:spPr>
      </p:pic>
      <p:pic>
        <p:nvPicPr>
          <p:cNvPr id="139" name="Google Shape;139;p23"/>
          <p:cNvPicPr preferRelativeResize="0"/>
          <p:nvPr/>
        </p:nvPicPr>
        <p:blipFill rotWithShape="1">
          <a:blip r:embed="rId3">
            <a:alphaModFix amt="75000"/>
          </a:blip>
          <a:srcRect b="0" l="-60" r="0" t="537"/>
          <a:stretch/>
        </p:blipFill>
        <p:spPr>
          <a:xfrm rot="-5399997">
            <a:off x="-1590800" y="1404054"/>
            <a:ext cx="5772273" cy="3552819"/>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40" name="Shape 140"/>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1">
    <p:spTree>
      <p:nvGrpSpPr>
        <p:cNvPr id="141" name="Shape 141"/>
        <p:cNvGrpSpPr/>
        <p:nvPr/>
      </p:nvGrpSpPr>
      <p:grpSpPr>
        <a:xfrm>
          <a:off x="0" y="0"/>
          <a:ext cx="0" cy="0"/>
          <a:chOff x="0" y="0"/>
          <a:chExt cx="0" cy="0"/>
        </a:xfrm>
      </p:grpSpPr>
      <p:pic>
        <p:nvPicPr>
          <p:cNvPr id="142" name="Google Shape;142;p25"/>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143" name="Google Shape;143;p25"/>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5"/>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5"/>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5"/>
          <p:cNvSpPr txBox="1"/>
          <p:nvPr>
            <p:ph type="title"/>
          </p:nvPr>
        </p:nvSpPr>
        <p:spPr>
          <a:xfrm>
            <a:off x="713224" y="1835250"/>
            <a:ext cx="23055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47" name="Google Shape;147;p25"/>
          <p:cNvSpPr txBox="1"/>
          <p:nvPr>
            <p:ph idx="1" type="subTitle"/>
          </p:nvPr>
        </p:nvSpPr>
        <p:spPr>
          <a:xfrm>
            <a:off x="713224" y="2269375"/>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8" name="Google Shape;148;p25"/>
          <p:cNvSpPr txBox="1"/>
          <p:nvPr>
            <p:ph idx="2" type="title"/>
          </p:nvPr>
        </p:nvSpPr>
        <p:spPr>
          <a:xfrm>
            <a:off x="713224" y="3680488"/>
            <a:ext cx="2305500" cy="5277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49" name="Google Shape;149;p25"/>
          <p:cNvSpPr txBox="1"/>
          <p:nvPr>
            <p:ph idx="3" type="subTitle"/>
          </p:nvPr>
        </p:nvSpPr>
        <p:spPr>
          <a:xfrm>
            <a:off x="713224" y="4114613"/>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0" name="Google Shape;150;p25"/>
          <p:cNvSpPr txBox="1"/>
          <p:nvPr>
            <p:ph idx="4" type="title"/>
          </p:nvPr>
        </p:nvSpPr>
        <p:spPr>
          <a:xfrm>
            <a:off x="3419251" y="3680488"/>
            <a:ext cx="2305500" cy="5277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1" name="Google Shape;151;p25"/>
          <p:cNvSpPr txBox="1"/>
          <p:nvPr>
            <p:ph idx="5" type="subTitle"/>
          </p:nvPr>
        </p:nvSpPr>
        <p:spPr>
          <a:xfrm>
            <a:off x="3419251" y="4114613"/>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2" name="Google Shape;152;p25"/>
          <p:cNvSpPr txBox="1"/>
          <p:nvPr>
            <p:ph idx="6" type="title"/>
          </p:nvPr>
        </p:nvSpPr>
        <p:spPr>
          <a:xfrm>
            <a:off x="3419251" y="1835250"/>
            <a:ext cx="23055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3" name="Google Shape;153;p25"/>
          <p:cNvSpPr txBox="1"/>
          <p:nvPr>
            <p:ph idx="7" type="subTitle"/>
          </p:nvPr>
        </p:nvSpPr>
        <p:spPr>
          <a:xfrm>
            <a:off x="3419251" y="2269375"/>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4" name="Google Shape;154;p25"/>
          <p:cNvSpPr txBox="1"/>
          <p:nvPr>
            <p:ph hasCustomPrompt="1" idx="8" type="title"/>
          </p:nvPr>
        </p:nvSpPr>
        <p:spPr>
          <a:xfrm>
            <a:off x="1415374" y="1344775"/>
            <a:ext cx="901200" cy="44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55" name="Google Shape;155;p25"/>
          <p:cNvSpPr txBox="1"/>
          <p:nvPr>
            <p:ph hasCustomPrompt="1" idx="9" type="title"/>
          </p:nvPr>
        </p:nvSpPr>
        <p:spPr>
          <a:xfrm>
            <a:off x="4121401" y="3190025"/>
            <a:ext cx="901200" cy="44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56" name="Google Shape;156;p25"/>
          <p:cNvSpPr txBox="1"/>
          <p:nvPr>
            <p:ph hasCustomPrompt="1" idx="13" type="title"/>
          </p:nvPr>
        </p:nvSpPr>
        <p:spPr>
          <a:xfrm>
            <a:off x="1415374" y="3190025"/>
            <a:ext cx="901200" cy="44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57" name="Google Shape;157;p25"/>
          <p:cNvSpPr txBox="1"/>
          <p:nvPr>
            <p:ph hasCustomPrompt="1" idx="14" type="title"/>
          </p:nvPr>
        </p:nvSpPr>
        <p:spPr>
          <a:xfrm>
            <a:off x="4121401" y="1344775"/>
            <a:ext cx="901200" cy="44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58" name="Google Shape;158;p25"/>
          <p:cNvSpPr txBox="1"/>
          <p:nvPr>
            <p:ph idx="15" type="title"/>
          </p:nvPr>
        </p:nvSpPr>
        <p:spPr>
          <a:xfrm>
            <a:off x="6125276" y="3680488"/>
            <a:ext cx="2305500" cy="5277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9" name="Google Shape;159;p25"/>
          <p:cNvSpPr txBox="1"/>
          <p:nvPr>
            <p:ph idx="16" type="subTitle"/>
          </p:nvPr>
        </p:nvSpPr>
        <p:spPr>
          <a:xfrm>
            <a:off x="6125276" y="4114613"/>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0" name="Google Shape;160;p25"/>
          <p:cNvSpPr txBox="1"/>
          <p:nvPr>
            <p:ph idx="17" type="title"/>
          </p:nvPr>
        </p:nvSpPr>
        <p:spPr>
          <a:xfrm>
            <a:off x="6125276" y="1835250"/>
            <a:ext cx="23055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1" name="Google Shape;161;p25"/>
          <p:cNvSpPr txBox="1"/>
          <p:nvPr>
            <p:ph idx="18" type="subTitle"/>
          </p:nvPr>
        </p:nvSpPr>
        <p:spPr>
          <a:xfrm>
            <a:off x="6125276" y="2269375"/>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2" name="Google Shape;162;p25"/>
          <p:cNvSpPr txBox="1"/>
          <p:nvPr>
            <p:ph hasCustomPrompt="1" idx="19" type="title"/>
          </p:nvPr>
        </p:nvSpPr>
        <p:spPr>
          <a:xfrm>
            <a:off x="6827426" y="3190025"/>
            <a:ext cx="901200" cy="44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3" name="Google Shape;163;p25"/>
          <p:cNvSpPr txBox="1"/>
          <p:nvPr>
            <p:ph hasCustomPrompt="1" idx="20" type="title"/>
          </p:nvPr>
        </p:nvSpPr>
        <p:spPr>
          <a:xfrm>
            <a:off x="6827426" y="1344775"/>
            <a:ext cx="901200" cy="44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pic>
        <p:nvPicPr>
          <p:cNvPr id="164" name="Google Shape;164;p25"/>
          <p:cNvPicPr preferRelativeResize="0"/>
          <p:nvPr/>
        </p:nvPicPr>
        <p:blipFill>
          <a:blip r:embed="rId3">
            <a:alphaModFix amt="75000"/>
          </a:blip>
          <a:stretch>
            <a:fillRect/>
          </a:stretch>
        </p:blipFill>
        <p:spPr>
          <a:xfrm rot="-5400000">
            <a:off x="-1377750" y="2269750"/>
            <a:ext cx="4857272" cy="3007325"/>
          </a:xfrm>
          <a:prstGeom prst="rect">
            <a:avLst/>
          </a:prstGeom>
          <a:noFill/>
          <a:ln>
            <a:noFill/>
          </a:ln>
        </p:spPr>
      </p:pic>
      <p:pic>
        <p:nvPicPr>
          <p:cNvPr id="165" name="Google Shape;165;p25"/>
          <p:cNvPicPr preferRelativeResize="0"/>
          <p:nvPr/>
        </p:nvPicPr>
        <p:blipFill>
          <a:blip r:embed="rId3">
            <a:alphaModFix amt="75000"/>
          </a:blip>
          <a:stretch>
            <a:fillRect/>
          </a:stretch>
        </p:blipFill>
        <p:spPr>
          <a:xfrm rot="5400000">
            <a:off x="5366340" y="82974"/>
            <a:ext cx="5095572" cy="3154876"/>
          </a:xfrm>
          <a:prstGeom prst="rect">
            <a:avLst/>
          </a:prstGeom>
          <a:noFill/>
          <a:ln>
            <a:noFill/>
          </a:ln>
        </p:spPr>
      </p:pic>
      <p:sp>
        <p:nvSpPr>
          <p:cNvPr id="166" name="Google Shape;166;p25"/>
          <p:cNvSpPr txBox="1"/>
          <p:nvPr>
            <p:ph idx="21"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
    <p:spTree>
      <p:nvGrpSpPr>
        <p:cNvPr id="167" name="Shape 167"/>
        <p:cNvGrpSpPr/>
        <p:nvPr/>
      </p:nvGrpSpPr>
      <p:grpSpPr>
        <a:xfrm>
          <a:off x="0" y="0"/>
          <a:ext cx="0" cy="0"/>
          <a:chOff x="0" y="0"/>
          <a:chExt cx="0" cy="0"/>
        </a:xfrm>
      </p:grpSpPr>
      <p:pic>
        <p:nvPicPr>
          <p:cNvPr id="168" name="Google Shape;168;p26"/>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169" name="Google Shape;169;p26"/>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6"/>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6"/>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6"/>
          <p:cNvSpPr txBox="1"/>
          <p:nvPr>
            <p:ph type="title"/>
          </p:nvPr>
        </p:nvSpPr>
        <p:spPr>
          <a:xfrm>
            <a:off x="1486024" y="3068248"/>
            <a:ext cx="6172200" cy="446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500"/>
              <a:buNone/>
              <a:defRPr sz="2200">
                <a:solidFill>
                  <a:schemeClr val="accent1"/>
                </a:solidFill>
              </a:defRPr>
            </a:lvl1pPr>
            <a:lvl2pPr lvl="1" rtl="0" algn="ctr">
              <a:spcBef>
                <a:spcPts val="0"/>
              </a:spcBef>
              <a:spcAft>
                <a:spcPts val="0"/>
              </a:spcAft>
              <a:buClr>
                <a:schemeClr val="lt1"/>
              </a:buClr>
              <a:buSzPts val="3000"/>
              <a:buNone/>
              <a:defRPr sz="3000">
                <a:solidFill>
                  <a:schemeClr val="lt1"/>
                </a:solidFill>
              </a:defRPr>
            </a:lvl2pPr>
            <a:lvl3pPr lvl="2" rtl="0" algn="ctr">
              <a:spcBef>
                <a:spcPts val="0"/>
              </a:spcBef>
              <a:spcAft>
                <a:spcPts val="0"/>
              </a:spcAft>
              <a:buClr>
                <a:schemeClr val="lt1"/>
              </a:buClr>
              <a:buSzPts val="3000"/>
              <a:buNone/>
              <a:defRPr sz="3000">
                <a:solidFill>
                  <a:schemeClr val="lt1"/>
                </a:solidFill>
              </a:defRPr>
            </a:lvl3pPr>
            <a:lvl4pPr lvl="3" rtl="0" algn="ctr">
              <a:spcBef>
                <a:spcPts val="0"/>
              </a:spcBef>
              <a:spcAft>
                <a:spcPts val="0"/>
              </a:spcAft>
              <a:buClr>
                <a:schemeClr val="lt1"/>
              </a:buClr>
              <a:buSzPts val="3000"/>
              <a:buNone/>
              <a:defRPr sz="3000">
                <a:solidFill>
                  <a:schemeClr val="lt1"/>
                </a:solidFill>
              </a:defRPr>
            </a:lvl4pPr>
            <a:lvl5pPr lvl="4" rtl="0" algn="ctr">
              <a:spcBef>
                <a:spcPts val="0"/>
              </a:spcBef>
              <a:spcAft>
                <a:spcPts val="0"/>
              </a:spcAft>
              <a:buClr>
                <a:schemeClr val="lt1"/>
              </a:buClr>
              <a:buSzPts val="3000"/>
              <a:buNone/>
              <a:defRPr sz="3000">
                <a:solidFill>
                  <a:schemeClr val="lt1"/>
                </a:solidFill>
              </a:defRPr>
            </a:lvl5pPr>
            <a:lvl6pPr lvl="5" rtl="0" algn="ctr">
              <a:spcBef>
                <a:spcPts val="0"/>
              </a:spcBef>
              <a:spcAft>
                <a:spcPts val="0"/>
              </a:spcAft>
              <a:buClr>
                <a:schemeClr val="lt1"/>
              </a:buClr>
              <a:buSzPts val="3000"/>
              <a:buNone/>
              <a:defRPr sz="3000">
                <a:solidFill>
                  <a:schemeClr val="lt1"/>
                </a:solidFill>
              </a:defRPr>
            </a:lvl6pPr>
            <a:lvl7pPr lvl="6" rtl="0" algn="ctr">
              <a:spcBef>
                <a:spcPts val="0"/>
              </a:spcBef>
              <a:spcAft>
                <a:spcPts val="0"/>
              </a:spcAft>
              <a:buClr>
                <a:schemeClr val="lt1"/>
              </a:buClr>
              <a:buSzPts val="3000"/>
              <a:buNone/>
              <a:defRPr sz="3000">
                <a:solidFill>
                  <a:schemeClr val="lt1"/>
                </a:solidFill>
              </a:defRPr>
            </a:lvl7pPr>
            <a:lvl8pPr lvl="7" rtl="0" algn="ctr">
              <a:spcBef>
                <a:spcPts val="0"/>
              </a:spcBef>
              <a:spcAft>
                <a:spcPts val="0"/>
              </a:spcAft>
              <a:buClr>
                <a:schemeClr val="lt1"/>
              </a:buClr>
              <a:buSzPts val="3000"/>
              <a:buNone/>
              <a:defRPr sz="3000">
                <a:solidFill>
                  <a:schemeClr val="lt1"/>
                </a:solidFill>
              </a:defRPr>
            </a:lvl8pPr>
            <a:lvl9pPr lvl="8" rtl="0" algn="ctr">
              <a:spcBef>
                <a:spcPts val="0"/>
              </a:spcBef>
              <a:spcAft>
                <a:spcPts val="0"/>
              </a:spcAft>
              <a:buClr>
                <a:schemeClr val="lt1"/>
              </a:buClr>
              <a:buSzPts val="3000"/>
              <a:buNone/>
              <a:defRPr sz="3000">
                <a:solidFill>
                  <a:schemeClr val="lt1"/>
                </a:solidFill>
              </a:defRPr>
            </a:lvl9pPr>
          </a:lstStyle>
          <a:p/>
        </p:txBody>
      </p:sp>
      <p:sp>
        <p:nvSpPr>
          <p:cNvPr id="173" name="Google Shape;173;p26"/>
          <p:cNvSpPr txBox="1"/>
          <p:nvPr>
            <p:ph idx="1" type="subTitle"/>
          </p:nvPr>
        </p:nvSpPr>
        <p:spPr>
          <a:xfrm>
            <a:off x="1485800" y="1628863"/>
            <a:ext cx="6172200" cy="1498200"/>
          </a:xfrm>
          <a:prstGeom prst="rect">
            <a:avLst/>
          </a:prstGeom>
          <a:noFill/>
        </p:spPr>
        <p:txBody>
          <a:bodyPr anchorCtr="0" anchor="b" bIns="91425" lIns="91425" spcFirstLastPara="1" rIns="91425" wrap="square" tIns="91425">
            <a:noAutofit/>
          </a:bodyPr>
          <a:lstStyle>
            <a:lvl1pPr lvl="0" rtl="0" algn="r">
              <a:lnSpc>
                <a:spcPct val="100000"/>
              </a:lnSpc>
              <a:spcBef>
                <a:spcPts val="0"/>
              </a:spcBef>
              <a:spcAft>
                <a:spcPts val="0"/>
              </a:spcAft>
              <a:buClr>
                <a:schemeClr val="lt1"/>
              </a:buClr>
              <a:buSzPts val="2500"/>
              <a:buNone/>
              <a:defRPr sz="2600">
                <a:solidFill>
                  <a:schemeClr val="lt1"/>
                </a:solidFill>
              </a:defRPr>
            </a:lvl1pPr>
            <a:lvl2pPr lvl="1" rtl="0" algn="ctr">
              <a:lnSpc>
                <a:spcPct val="100000"/>
              </a:lnSpc>
              <a:spcBef>
                <a:spcPts val="0"/>
              </a:spcBef>
              <a:spcAft>
                <a:spcPts val="0"/>
              </a:spcAft>
              <a:buClr>
                <a:schemeClr val="lt1"/>
              </a:buClr>
              <a:buSzPts val="2500"/>
              <a:buNone/>
              <a:defRPr sz="2500">
                <a:solidFill>
                  <a:schemeClr val="lt1"/>
                </a:solidFill>
              </a:defRPr>
            </a:lvl2pPr>
            <a:lvl3pPr lvl="2" rtl="0" algn="ctr">
              <a:lnSpc>
                <a:spcPct val="100000"/>
              </a:lnSpc>
              <a:spcBef>
                <a:spcPts val="0"/>
              </a:spcBef>
              <a:spcAft>
                <a:spcPts val="0"/>
              </a:spcAft>
              <a:buClr>
                <a:schemeClr val="lt1"/>
              </a:buClr>
              <a:buSzPts val="2500"/>
              <a:buNone/>
              <a:defRPr sz="2500">
                <a:solidFill>
                  <a:schemeClr val="lt1"/>
                </a:solidFill>
              </a:defRPr>
            </a:lvl3pPr>
            <a:lvl4pPr lvl="3" rtl="0" algn="ctr">
              <a:lnSpc>
                <a:spcPct val="100000"/>
              </a:lnSpc>
              <a:spcBef>
                <a:spcPts val="0"/>
              </a:spcBef>
              <a:spcAft>
                <a:spcPts val="0"/>
              </a:spcAft>
              <a:buClr>
                <a:schemeClr val="lt1"/>
              </a:buClr>
              <a:buSzPts val="2500"/>
              <a:buNone/>
              <a:defRPr sz="2500">
                <a:solidFill>
                  <a:schemeClr val="lt1"/>
                </a:solidFill>
              </a:defRPr>
            </a:lvl4pPr>
            <a:lvl5pPr lvl="4" rtl="0" algn="ctr">
              <a:lnSpc>
                <a:spcPct val="100000"/>
              </a:lnSpc>
              <a:spcBef>
                <a:spcPts val="0"/>
              </a:spcBef>
              <a:spcAft>
                <a:spcPts val="0"/>
              </a:spcAft>
              <a:buClr>
                <a:schemeClr val="lt1"/>
              </a:buClr>
              <a:buSzPts val="2500"/>
              <a:buNone/>
              <a:defRPr sz="2500">
                <a:solidFill>
                  <a:schemeClr val="lt1"/>
                </a:solidFill>
              </a:defRPr>
            </a:lvl5pPr>
            <a:lvl6pPr lvl="5" rtl="0" algn="ctr">
              <a:lnSpc>
                <a:spcPct val="100000"/>
              </a:lnSpc>
              <a:spcBef>
                <a:spcPts val="0"/>
              </a:spcBef>
              <a:spcAft>
                <a:spcPts val="0"/>
              </a:spcAft>
              <a:buClr>
                <a:schemeClr val="lt1"/>
              </a:buClr>
              <a:buSzPts val="2500"/>
              <a:buNone/>
              <a:defRPr sz="2500">
                <a:solidFill>
                  <a:schemeClr val="lt1"/>
                </a:solidFill>
              </a:defRPr>
            </a:lvl6pPr>
            <a:lvl7pPr lvl="6" rtl="0" algn="ctr">
              <a:lnSpc>
                <a:spcPct val="100000"/>
              </a:lnSpc>
              <a:spcBef>
                <a:spcPts val="0"/>
              </a:spcBef>
              <a:spcAft>
                <a:spcPts val="0"/>
              </a:spcAft>
              <a:buClr>
                <a:schemeClr val="lt1"/>
              </a:buClr>
              <a:buSzPts val="2500"/>
              <a:buNone/>
              <a:defRPr sz="2500">
                <a:solidFill>
                  <a:schemeClr val="lt1"/>
                </a:solidFill>
              </a:defRPr>
            </a:lvl7pPr>
            <a:lvl8pPr lvl="7" rtl="0" algn="ctr">
              <a:lnSpc>
                <a:spcPct val="100000"/>
              </a:lnSpc>
              <a:spcBef>
                <a:spcPts val="0"/>
              </a:spcBef>
              <a:spcAft>
                <a:spcPts val="0"/>
              </a:spcAft>
              <a:buClr>
                <a:schemeClr val="lt1"/>
              </a:buClr>
              <a:buSzPts val="2500"/>
              <a:buNone/>
              <a:defRPr sz="2500">
                <a:solidFill>
                  <a:schemeClr val="lt1"/>
                </a:solidFill>
              </a:defRPr>
            </a:lvl8pPr>
            <a:lvl9pPr lvl="8" rtl="0" algn="ctr">
              <a:lnSpc>
                <a:spcPct val="100000"/>
              </a:lnSpc>
              <a:spcBef>
                <a:spcPts val="0"/>
              </a:spcBef>
              <a:spcAft>
                <a:spcPts val="0"/>
              </a:spcAft>
              <a:buClr>
                <a:schemeClr val="lt1"/>
              </a:buClr>
              <a:buSzPts val="2500"/>
              <a:buNone/>
              <a:defRPr sz="2500">
                <a:solidFill>
                  <a:schemeClr val="lt1"/>
                </a:solidFill>
              </a:defRPr>
            </a:lvl9pPr>
          </a:lstStyle>
          <a:p/>
        </p:txBody>
      </p:sp>
      <p:pic>
        <p:nvPicPr>
          <p:cNvPr id="174" name="Google Shape;174;p26"/>
          <p:cNvPicPr preferRelativeResize="0"/>
          <p:nvPr/>
        </p:nvPicPr>
        <p:blipFill rotWithShape="1">
          <a:blip r:embed="rId3">
            <a:alphaModFix amt="75000"/>
          </a:blip>
          <a:srcRect b="0" l="0" r="0" t="0"/>
          <a:stretch/>
        </p:blipFill>
        <p:spPr>
          <a:xfrm>
            <a:off x="-1436100" y="-758750"/>
            <a:ext cx="6816174" cy="4220351"/>
          </a:xfrm>
          <a:prstGeom prst="rect">
            <a:avLst/>
          </a:prstGeom>
          <a:noFill/>
          <a:ln>
            <a:noFill/>
          </a:ln>
        </p:spPr>
      </p:pic>
      <p:pic>
        <p:nvPicPr>
          <p:cNvPr id="175" name="Google Shape;175;p26"/>
          <p:cNvPicPr preferRelativeResize="0"/>
          <p:nvPr/>
        </p:nvPicPr>
        <p:blipFill rotWithShape="1">
          <a:blip r:embed="rId3">
            <a:alphaModFix amt="75000"/>
          </a:blip>
          <a:srcRect b="0" l="-60" r="0" t="537"/>
          <a:stretch/>
        </p:blipFill>
        <p:spPr>
          <a:xfrm rot="-10799997">
            <a:off x="4648077" y="1876429"/>
            <a:ext cx="5772273" cy="3552819"/>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2_1_2">
    <p:spTree>
      <p:nvGrpSpPr>
        <p:cNvPr id="176" name="Shape 176"/>
        <p:cNvGrpSpPr/>
        <p:nvPr/>
      </p:nvGrpSpPr>
      <p:grpSpPr>
        <a:xfrm>
          <a:off x="0" y="0"/>
          <a:ext cx="0" cy="0"/>
          <a:chOff x="0" y="0"/>
          <a:chExt cx="0" cy="0"/>
        </a:xfrm>
      </p:grpSpPr>
      <p:pic>
        <p:nvPicPr>
          <p:cNvPr id="177" name="Google Shape;177;p27"/>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178" name="Google Shape;178;p27"/>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7"/>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7"/>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7"/>
          <p:cNvSpPr txBox="1"/>
          <p:nvPr>
            <p:ph type="title"/>
          </p:nvPr>
        </p:nvSpPr>
        <p:spPr>
          <a:xfrm>
            <a:off x="964750" y="1536350"/>
            <a:ext cx="2947500" cy="55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2" name="Google Shape;182;p27"/>
          <p:cNvSpPr txBox="1"/>
          <p:nvPr>
            <p:ph idx="1" type="subTitle"/>
          </p:nvPr>
        </p:nvSpPr>
        <p:spPr>
          <a:xfrm rot="350">
            <a:off x="964550" y="2381675"/>
            <a:ext cx="2947500" cy="14046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1400"/>
              <a:buNone/>
              <a:defRPr sz="1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83" name="Google Shape;183;p27"/>
          <p:cNvPicPr preferRelativeResize="0"/>
          <p:nvPr/>
        </p:nvPicPr>
        <p:blipFill rotWithShape="1">
          <a:blip r:embed="rId3">
            <a:alphaModFix amt="75000"/>
          </a:blip>
          <a:srcRect b="0" l="20571" r="0" t="8875"/>
          <a:stretch/>
        </p:blipFill>
        <p:spPr>
          <a:xfrm rot="10800000">
            <a:off x="4713096" y="1967777"/>
            <a:ext cx="4497577" cy="3194774"/>
          </a:xfrm>
          <a:prstGeom prst="rect">
            <a:avLst/>
          </a:prstGeom>
          <a:noFill/>
          <a:ln>
            <a:noFill/>
          </a:ln>
        </p:spPr>
      </p:pic>
      <p:pic>
        <p:nvPicPr>
          <p:cNvPr id="184" name="Google Shape;184;p27"/>
          <p:cNvPicPr preferRelativeResize="0"/>
          <p:nvPr/>
        </p:nvPicPr>
        <p:blipFill rotWithShape="1">
          <a:blip r:embed="rId3">
            <a:alphaModFix amt="75000"/>
          </a:blip>
          <a:srcRect b="0" l="20886" r="0" t="8231"/>
          <a:stretch/>
        </p:blipFill>
        <p:spPr>
          <a:xfrm rot="4">
            <a:off x="-66675" y="-190497"/>
            <a:ext cx="4563850" cy="3277869"/>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2_1_1_1">
    <p:spTree>
      <p:nvGrpSpPr>
        <p:cNvPr id="185" name="Shape 185"/>
        <p:cNvGrpSpPr/>
        <p:nvPr/>
      </p:nvGrpSpPr>
      <p:grpSpPr>
        <a:xfrm>
          <a:off x="0" y="0"/>
          <a:ext cx="0" cy="0"/>
          <a:chOff x="0" y="0"/>
          <a:chExt cx="0" cy="0"/>
        </a:xfrm>
      </p:grpSpPr>
      <p:pic>
        <p:nvPicPr>
          <p:cNvPr id="186" name="Google Shape;186;p28"/>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187" name="Google Shape;187;p28"/>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8"/>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8"/>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8"/>
          <p:cNvSpPr txBox="1"/>
          <p:nvPr>
            <p:ph idx="1" type="body"/>
          </p:nvPr>
        </p:nvSpPr>
        <p:spPr>
          <a:xfrm>
            <a:off x="720000" y="1456400"/>
            <a:ext cx="7704000" cy="2594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chemeClr val="dk2"/>
              </a:buClr>
              <a:buSzPts val="1200"/>
              <a:buChar char="●"/>
              <a:defRPr b="1" sz="1200"/>
            </a:lvl1pPr>
            <a:lvl2pPr indent="-317500" lvl="1" marL="914400" rtl="0">
              <a:spcBef>
                <a:spcPts val="0"/>
              </a:spcBef>
              <a:spcAft>
                <a:spcPts val="0"/>
              </a:spcAft>
              <a:buClr>
                <a:schemeClr val="lt1"/>
              </a:buClr>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91" name="Google Shape;191;p28"/>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92" name="Google Shape;192;p28"/>
          <p:cNvPicPr preferRelativeResize="0"/>
          <p:nvPr/>
        </p:nvPicPr>
        <p:blipFill rotWithShape="1">
          <a:blip r:embed="rId3">
            <a:alphaModFix amt="75000"/>
          </a:blip>
          <a:srcRect b="0" l="0" r="0" t="0"/>
          <a:stretch/>
        </p:blipFill>
        <p:spPr>
          <a:xfrm rot="5400000">
            <a:off x="5369415" y="-442041"/>
            <a:ext cx="5662423" cy="3506001"/>
          </a:xfrm>
          <a:prstGeom prst="rect">
            <a:avLst/>
          </a:prstGeom>
          <a:noFill/>
          <a:ln>
            <a:noFill/>
          </a:ln>
        </p:spPr>
      </p:pic>
      <p:pic>
        <p:nvPicPr>
          <p:cNvPr id="193" name="Google Shape;193;p28"/>
          <p:cNvPicPr preferRelativeResize="0"/>
          <p:nvPr/>
        </p:nvPicPr>
        <p:blipFill rotWithShape="1">
          <a:blip r:embed="rId3">
            <a:alphaModFix amt="75000"/>
          </a:blip>
          <a:srcRect b="0" l="-60" r="0" t="537"/>
          <a:stretch/>
        </p:blipFill>
        <p:spPr>
          <a:xfrm rot="-5399997">
            <a:off x="-1828923" y="1781179"/>
            <a:ext cx="5772273" cy="3552819"/>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2">
    <p:spTree>
      <p:nvGrpSpPr>
        <p:cNvPr id="194" name="Shape 194"/>
        <p:cNvGrpSpPr/>
        <p:nvPr/>
      </p:nvGrpSpPr>
      <p:grpSpPr>
        <a:xfrm>
          <a:off x="0" y="0"/>
          <a:ext cx="0" cy="0"/>
          <a:chOff x="0" y="0"/>
          <a:chExt cx="0" cy="0"/>
        </a:xfrm>
      </p:grpSpPr>
      <p:pic>
        <p:nvPicPr>
          <p:cNvPr id="195" name="Google Shape;195;p29"/>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196" name="Google Shape;196;p29"/>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9"/>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9"/>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9"/>
          <p:cNvSpPr txBox="1"/>
          <p:nvPr>
            <p:ph idx="1" type="body"/>
          </p:nvPr>
        </p:nvSpPr>
        <p:spPr>
          <a:xfrm>
            <a:off x="713225" y="1475125"/>
            <a:ext cx="7717500" cy="3128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00" name="Google Shape;200;p29"/>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01" name="Google Shape;201;p29"/>
          <p:cNvPicPr preferRelativeResize="0"/>
          <p:nvPr/>
        </p:nvPicPr>
        <p:blipFill rotWithShape="1">
          <a:blip r:embed="rId3">
            <a:alphaModFix amt="75000"/>
          </a:blip>
          <a:srcRect b="73705" l="-60" r="0" t="535"/>
          <a:stretch/>
        </p:blipFill>
        <p:spPr>
          <a:xfrm rot="5400003">
            <a:off x="-2495438" y="2110890"/>
            <a:ext cx="5461376" cy="870545"/>
          </a:xfrm>
          <a:prstGeom prst="rect">
            <a:avLst/>
          </a:prstGeom>
          <a:noFill/>
          <a:ln>
            <a:noFill/>
          </a:ln>
        </p:spPr>
      </p:pic>
      <p:pic>
        <p:nvPicPr>
          <p:cNvPr id="202" name="Google Shape;202;p29"/>
          <p:cNvPicPr preferRelativeResize="0"/>
          <p:nvPr/>
        </p:nvPicPr>
        <p:blipFill rotWithShape="1">
          <a:blip r:embed="rId3">
            <a:alphaModFix amt="75000"/>
          </a:blip>
          <a:srcRect b="73705" l="-60" r="0" t="535"/>
          <a:stretch/>
        </p:blipFill>
        <p:spPr>
          <a:xfrm rot="-5399997">
            <a:off x="6178013" y="2110891"/>
            <a:ext cx="5461376" cy="87054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3">
    <p:spTree>
      <p:nvGrpSpPr>
        <p:cNvPr id="203" name="Shape 203"/>
        <p:cNvGrpSpPr/>
        <p:nvPr/>
      </p:nvGrpSpPr>
      <p:grpSpPr>
        <a:xfrm>
          <a:off x="0" y="0"/>
          <a:ext cx="0" cy="0"/>
          <a:chOff x="0" y="0"/>
          <a:chExt cx="0" cy="0"/>
        </a:xfrm>
      </p:grpSpPr>
      <p:pic>
        <p:nvPicPr>
          <p:cNvPr id="204" name="Google Shape;204;p30"/>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205" name="Google Shape;205;p30"/>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0"/>
          <p:cNvSpPr txBox="1"/>
          <p:nvPr>
            <p:ph type="title"/>
          </p:nvPr>
        </p:nvSpPr>
        <p:spPr>
          <a:xfrm rot="-1114">
            <a:off x="726775" y="2183450"/>
            <a:ext cx="2778300" cy="827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07" name="Google Shape;207;p30"/>
          <p:cNvSpPr txBox="1"/>
          <p:nvPr>
            <p:ph idx="1" type="subTitle"/>
          </p:nvPr>
        </p:nvSpPr>
        <p:spPr>
          <a:xfrm rot="371">
            <a:off x="726775" y="2991552"/>
            <a:ext cx="2778300" cy="484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8" name="Google Shape;208;p30"/>
          <p:cNvSpPr txBox="1"/>
          <p:nvPr>
            <p:ph idx="2" type="title"/>
          </p:nvPr>
        </p:nvSpPr>
        <p:spPr>
          <a:xfrm>
            <a:off x="3189587" y="3304275"/>
            <a:ext cx="27783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09" name="Google Shape;209;p30"/>
          <p:cNvSpPr txBox="1"/>
          <p:nvPr>
            <p:ph idx="3" type="subTitle"/>
          </p:nvPr>
        </p:nvSpPr>
        <p:spPr>
          <a:xfrm>
            <a:off x="3189587" y="4114925"/>
            <a:ext cx="2778300" cy="484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0" name="Google Shape;210;p30"/>
          <p:cNvSpPr txBox="1"/>
          <p:nvPr>
            <p:ph idx="4" type="title"/>
          </p:nvPr>
        </p:nvSpPr>
        <p:spPr>
          <a:xfrm>
            <a:off x="5652399" y="2182150"/>
            <a:ext cx="27783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11" name="Google Shape;211;p30"/>
          <p:cNvSpPr txBox="1"/>
          <p:nvPr>
            <p:ph idx="5" type="subTitle"/>
          </p:nvPr>
        </p:nvSpPr>
        <p:spPr>
          <a:xfrm>
            <a:off x="5652399" y="2991875"/>
            <a:ext cx="2778300" cy="484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2" name="Google Shape;212;p30"/>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30"/>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4" name="Google Shape;214;p30"/>
          <p:cNvPicPr preferRelativeResize="0"/>
          <p:nvPr/>
        </p:nvPicPr>
        <p:blipFill rotWithShape="1">
          <a:blip r:embed="rId3">
            <a:alphaModFix amt="75000"/>
          </a:blip>
          <a:srcRect b="0" l="16597" r="0" t="23395"/>
          <a:stretch/>
        </p:blipFill>
        <p:spPr>
          <a:xfrm rot="-5400000">
            <a:off x="-1349762" y="941737"/>
            <a:ext cx="5684874" cy="3233001"/>
          </a:xfrm>
          <a:prstGeom prst="rect">
            <a:avLst/>
          </a:prstGeom>
          <a:noFill/>
          <a:ln>
            <a:noFill/>
          </a:ln>
        </p:spPr>
      </p:pic>
      <p:pic>
        <p:nvPicPr>
          <p:cNvPr id="215" name="Google Shape;215;p30"/>
          <p:cNvPicPr preferRelativeResize="0"/>
          <p:nvPr/>
        </p:nvPicPr>
        <p:blipFill rotWithShape="1">
          <a:blip r:embed="rId3">
            <a:alphaModFix amt="75000"/>
          </a:blip>
          <a:srcRect b="0" l="23059" r="0" t="16268"/>
          <a:stretch/>
        </p:blipFill>
        <p:spPr>
          <a:xfrm rot="5400004">
            <a:off x="5600637" y="400113"/>
            <a:ext cx="4438774" cy="2990847"/>
          </a:xfrm>
          <a:prstGeom prst="rect">
            <a:avLst/>
          </a:prstGeom>
          <a:noFill/>
          <a:ln>
            <a:noFill/>
          </a:ln>
        </p:spPr>
      </p:pic>
      <p:sp>
        <p:nvSpPr>
          <p:cNvPr id="216" name="Google Shape;216;p30"/>
          <p:cNvSpPr txBox="1"/>
          <p:nvPr>
            <p:ph idx="6"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3_1">
    <p:spTree>
      <p:nvGrpSpPr>
        <p:cNvPr id="217" name="Shape 217"/>
        <p:cNvGrpSpPr/>
        <p:nvPr/>
      </p:nvGrpSpPr>
      <p:grpSpPr>
        <a:xfrm>
          <a:off x="0" y="0"/>
          <a:ext cx="0" cy="0"/>
          <a:chOff x="0" y="0"/>
          <a:chExt cx="0" cy="0"/>
        </a:xfrm>
      </p:grpSpPr>
      <p:pic>
        <p:nvPicPr>
          <p:cNvPr id="218" name="Google Shape;218;p31"/>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219" name="Google Shape;219;p31"/>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1"/>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1"/>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1"/>
          <p:cNvSpPr txBox="1"/>
          <p:nvPr>
            <p:ph type="title"/>
          </p:nvPr>
        </p:nvSpPr>
        <p:spPr>
          <a:xfrm>
            <a:off x="1600200" y="1345325"/>
            <a:ext cx="5943600" cy="38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23" name="Google Shape;223;p31"/>
          <p:cNvSpPr txBox="1"/>
          <p:nvPr>
            <p:ph idx="1" type="subTitle"/>
          </p:nvPr>
        </p:nvSpPr>
        <p:spPr>
          <a:xfrm>
            <a:off x="1600200" y="1576824"/>
            <a:ext cx="5943600" cy="76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4" name="Google Shape;224;p31"/>
          <p:cNvSpPr txBox="1"/>
          <p:nvPr>
            <p:ph idx="2" type="title"/>
          </p:nvPr>
        </p:nvSpPr>
        <p:spPr>
          <a:xfrm>
            <a:off x="1600200" y="2491787"/>
            <a:ext cx="5943600" cy="38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25" name="Google Shape;225;p31"/>
          <p:cNvSpPr txBox="1"/>
          <p:nvPr>
            <p:ph idx="3" type="subTitle"/>
          </p:nvPr>
        </p:nvSpPr>
        <p:spPr>
          <a:xfrm>
            <a:off x="1600200" y="2721226"/>
            <a:ext cx="5943600" cy="78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6" name="Google Shape;226;p31"/>
          <p:cNvSpPr txBox="1"/>
          <p:nvPr>
            <p:ph idx="4" type="title"/>
          </p:nvPr>
        </p:nvSpPr>
        <p:spPr>
          <a:xfrm>
            <a:off x="1593425" y="3636142"/>
            <a:ext cx="5943600" cy="38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27" name="Google Shape;227;p31"/>
          <p:cNvSpPr txBox="1"/>
          <p:nvPr>
            <p:ph idx="5" type="subTitle"/>
          </p:nvPr>
        </p:nvSpPr>
        <p:spPr>
          <a:xfrm>
            <a:off x="1593425" y="3867801"/>
            <a:ext cx="5943600" cy="76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228" name="Google Shape;228;p31"/>
          <p:cNvPicPr preferRelativeResize="0"/>
          <p:nvPr/>
        </p:nvPicPr>
        <p:blipFill rotWithShape="1">
          <a:blip r:embed="rId3">
            <a:alphaModFix amt="75000"/>
          </a:blip>
          <a:srcRect b="66797" l="-60" r="0" t="535"/>
          <a:stretch/>
        </p:blipFill>
        <p:spPr>
          <a:xfrm rot="-5399997">
            <a:off x="5922077" y="1921653"/>
            <a:ext cx="5772273" cy="1166871"/>
          </a:xfrm>
          <a:prstGeom prst="rect">
            <a:avLst/>
          </a:prstGeom>
          <a:noFill/>
          <a:ln>
            <a:noFill/>
          </a:ln>
        </p:spPr>
      </p:pic>
      <p:pic>
        <p:nvPicPr>
          <p:cNvPr id="229" name="Google Shape;229;p31"/>
          <p:cNvPicPr preferRelativeResize="0"/>
          <p:nvPr/>
        </p:nvPicPr>
        <p:blipFill rotWithShape="1">
          <a:blip r:embed="rId3">
            <a:alphaModFix amt="75000"/>
          </a:blip>
          <a:srcRect b="66797" l="-60" r="0" t="535"/>
          <a:stretch/>
        </p:blipFill>
        <p:spPr>
          <a:xfrm rot="5400003">
            <a:off x="-2553948" y="1988316"/>
            <a:ext cx="5772273" cy="1166871"/>
          </a:xfrm>
          <a:prstGeom prst="rect">
            <a:avLst/>
          </a:prstGeom>
          <a:noFill/>
          <a:ln>
            <a:noFill/>
          </a:ln>
        </p:spPr>
      </p:pic>
      <p:sp>
        <p:nvSpPr>
          <p:cNvPr id="230" name="Google Shape;230;p31"/>
          <p:cNvSpPr txBox="1"/>
          <p:nvPr>
            <p:ph idx="6"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lnSpc>
                <a:spcPct val="115000"/>
              </a:lnSpc>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4_2">
    <p:spTree>
      <p:nvGrpSpPr>
        <p:cNvPr id="231" name="Shape 231"/>
        <p:cNvGrpSpPr/>
        <p:nvPr/>
      </p:nvGrpSpPr>
      <p:grpSpPr>
        <a:xfrm>
          <a:off x="0" y="0"/>
          <a:ext cx="0" cy="0"/>
          <a:chOff x="0" y="0"/>
          <a:chExt cx="0" cy="0"/>
        </a:xfrm>
      </p:grpSpPr>
      <p:pic>
        <p:nvPicPr>
          <p:cNvPr id="232" name="Google Shape;232;p32"/>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233" name="Google Shape;233;p32"/>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2"/>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2"/>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2"/>
          <p:cNvSpPr txBox="1"/>
          <p:nvPr>
            <p:ph idx="1" type="subTitle"/>
          </p:nvPr>
        </p:nvSpPr>
        <p:spPr>
          <a:xfrm>
            <a:off x="2109048" y="1553404"/>
            <a:ext cx="2315400" cy="457200"/>
          </a:xfrm>
          <a:prstGeom prst="rect">
            <a:avLst/>
          </a:prstGeom>
        </p:spPr>
        <p:txBody>
          <a:bodyPr anchorCtr="0" anchor="b" bIns="91425" lIns="91425" spcFirstLastPara="1" rIns="91425" wrap="square" tIns="91425">
            <a:noAutofit/>
          </a:bodyPr>
          <a:lstStyle>
            <a:lvl1pPr lvl="0" rtl="0">
              <a:spcBef>
                <a:spcPts val="0"/>
              </a:spcBef>
              <a:spcAft>
                <a:spcPts val="0"/>
              </a:spcAft>
              <a:buNone/>
              <a:defRPr sz="2000">
                <a:solidFill>
                  <a:schemeClr val="accent1"/>
                </a:solidFill>
                <a:latin typeface="Audiowide"/>
                <a:ea typeface="Audiowide"/>
                <a:cs typeface="Audiowide"/>
                <a:sym typeface="Audiowide"/>
              </a:defRPr>
            </a:lvl1pPr>
            <a:lvl2pPr lvl="1" rtl="0">
              <a:spcBef>
                <a:spcPts val="0"/>
              </a:spcBef>
              <a:spcAft>
                <a:spcPts val="0"/>
              </a:spcAft>
              <a:buNone/>
              <a:defRPr sz="2000">
                <a:solidFill>
                  <a:schemeClr val="accent1"/>
                </a:solidFill>
                <a:latin typeface="Audiowide"/>
                <a:ea typeface="Audiowide"/>
                <a:cs typeface="Audiowide"/>
                <a:sym typeface="Audiowide"/>
              </a:defRPr>
            </a:lvl2pPr>
            <a:lvl3pPr lvl="2" rtl="0">
              <a:spcBef>
                <a:spcPts val="0"/>
              </a:spcBef>
              <a:spcAft>
                <a:spcPts val="0"/>
              </a:spcAft>
              <a:buNone/>
              <a:defRPr sz="2000">
                <a:solidFill>
                  <a:schemeClr val="accent1"/>
                </a:solidFill>
                <a:latin typeface="Audiowide"/>
                <a:ea typeface="Audiowide"/>
                <a:cs typeface="Audiowide"/>
                <a:sym typeface="Audiowide"/>
              </a:defRPr>
            </a:lvl3pPr>
            <a:lvl4pPr lvl="3" rtl="0">
              <a:spcBef>
                <a:spcPts val="0"/>
              </a:spcBef>
              <a:spcAft>
                <a:spcPts val="0"/>
              </a:spcAft>
              <a:buNone/>
              <a:defRPr sz="2000">
                <a:solidFill>
                  <a:schemeClr val="accent1"/>
                </a:solidFill>
                <a:latin typeface="Audiowide"/>
                <a:ea typeface="Audiowide"/>
                <a:cs typeface="Audiowide"/>
                <a:sym typeface="Audiowide"/>
              </a:defRPr>
            </a:lvl4pPr>
            <a:lvl5pPr lvl="4" rtl="0">
              <a:spcBef>
                <a:spcPts val="0"/>
              </a:spcBef>
              <a:spcAft>
                <a:spcPts val="0"/>
              </a:spcAft>
              <a:buNone/>
              <a:defRPr sz="2000">
                <a:solidFill>
                  <a:schemeClr val="accent1"/>
                </a:solidFill>
                <a:latin typeface="Audiowide"/>
                <a:ea typeface="Audiowide"/>
                <a:cs typeface="Audiowide"/>
                <a:sym typeface="Audiowide"/>
              </a:defRPr>
            </a:lvl5pPr>
            <a:lvl6pPr lvl="5" rtl="0">
              <a:spcBef>
                <a:spcPts val="0"/>
              </a:spcBef>
              <a:spcAft>
                <a:spcPts val="0"/>
              </a:spcAft>
              <a:buNone/>
              <a:defRPr sz="2000">
                <a:solidFill>
                  <a:schemeClr val="accent1"/>
                </a:solidFill>
                <a:latin typeface="Audiowide"/>
                <a:ea typeface="Audiowide"/>
                <a:cs typeface="Audiowide"/>
                <a:sym typeface="Audiowide"/>
              </a:defRPr>
            </a:lvl6pPr>
            <a:lvl7pPr lvl="6" rtl="0">
              <a:spcBef>
                <a:spcPts val="0"/>
              </a:spcBef>
              <a:spcAft>
                <a:spcPts val="0"/>
              </a:spcAft>
              <a:buNone/>
              <a:defRPr sz="2000">
                <a:solidFill>
                  <a:schemeClr val="accent1"/>
                </a:solidFill>
                <a:latin typeface="Audiowide"/>
                <a:ea typeface="Audiowide"/>
                <a:cs typeface="Audiowide"/>
                <a:sym typeface="Audiowide"/>
              </a:defRPr>
            </a:lvl7pPr>
            <a:lvl8pPr lvl="7" rtl="0">
              <a:spcBef>
                <a:spcPts val="0"/>
              </a:spcBef>
              <a:spcAft>
                <a:spcPts val="0"/>
              </a:spcAft>
              <a:buNone/>
              <a:defRPr sz="2000">
                <a:solidFill>
                  <a:schemeClr val="accent1"/>
                </a:solidFill>
                <a:latin typeface="Audiowide"/>
                <a:ea typeface="Audiowide"/>
                <a:cs typeface="Audiowide"/>
                <a:sym typeface="Audiowide"/>
              </a:defRPr>
            </a:lvl8pPr>
            <a:lvl9pPr lvl="8" rtl="0">
              <a:spcBef>
                <a:spcPts val="0"/>
              </a:spcBef>
              <a:spcAft>
                <a:spcPts val="0"/>
              </a:spcAft>
              <a:buNone/>
              <a:defRPr sz="2000">
                <a:solidFill>
                  <a:schemeClr val="accent1"/>
                </a:solidFill>
                <a:latin typeface="Audiowide"/>
                <a:ea typeface="Audiowide"/>
                <a:cs typeface="Audiowide"/>
                <a:sym typeface="Audiowide"/>
              </a:defRPr>
            </a:lvl9pPr>
          </a:lstStyle>
          <a:p/>
        </p:txBody>
      </p:sp>
      <p:sp>
        <p:nvSpPr>
          <p:cNvPr id="237" name="Google Shape;237;p32"/>
          <p:cNvSpPr txBox="1"/>
          <p:nvPr>
            <p:ph idx="2" type="subTitle"/>
          </p:nvPr>
        </p:nvSpPr>
        <p:spPr>
          <a:xfrm>
            <a:off x="2109047" y="1915655"/>
            <a:ext cx="2315400" cy="484500"/>
          </a:xfrm>
          <a:prstGeom prst="rect">
            <a:avLst/>
          </a:prstGeom>
        </p:spPr>
        <p:txBody>
          <a:bodyPr anchorCtr="0" anchor="t" bIns="91425" lIns="91425" spcFirstLastPara="1" rIns="91425" wrap="square" tIns="91425">
            <a:noAutofit/>
          </a:bodyPr>
          <a:lstStyle>
            <a:lvl1pPr lvl="0" rtl="0">
              <a:spcBef>
                <a:spcPts val="0"/>
              </a:spcBef>
              <a:spcAft>
                <a:spcPts val="0"/>
              </a:spcAft>
              <a:buNone/>
              <a:defRPr>
                <a:solidFill>
                  <a:schemeClr val="lt1"/>
                </a:solidFill>
              </a:defRPr>
            </a:lvl1pPr>
            <a:lvl2pPr lvl="1" rtl="0">
              <a:spcBef>
                <a:spcPts val="0"/>
              </a:spcBef>
              <a:spcAft>
                <a:spcPts val="0"/>
              </a:spcAft>
              <a:buNone/>
              <a:defRPr>
                <a:solidFill>
                  <a:schemeClr val="lt1"/>
                </a:solidFill>
              </a:defRPr>
            </a:lvl2pPr>
            <a:lvl3pPr lvl="2" rtl="0">
              <a:spcBef>
                <a:spcPts val="0"/>
              </a:spcBef>
              <a:spcAft>
                <a:spcPts val="0"/>
              </a:spcAft>
              <a:buNone/>
              <a:defRPr>
                <a:solidFill>
                  <a:schemeClr val="lt1"/>
                </a:solidFill>
              </a:defRPr>
            </a:lvl3pPr>
            <a:lvl4pPr lvl="3" rtl="0">
              <a:spcBef>
                <a:spcPts val="0"/>
              </a:spcBef>
              <a:spcAft>
                <a:spcPts val="0"/>
              </a:spcAft>
              <a:buNone/>
              <a:defRPr>
                <a:solidFill>
                  <a:schemeClr val="lt1"/>
                </a:solidFill>
              </a:defRPr>
            </a:lvl4pPr>
            <a:lvl5pPr lvl="4" rtl="0">
              <a:spcBef>
                <a:spcPts val="0"/>
              </a:spcBef>
              <a:spcAft>
                <a:spcPts val="0"/>
              </a:spcAft>
              <a:buNone/>
              <a:defRPr>
                <a:solidFill>
                  <a:schemeClr val="lt1"/>
                </a:solidFill>
              </a:defRPr>
            </a:lvl5pPr>
            <a:lvl6pPr lvl="5" rtl="0">
              <a:spcBef>
                <a:spcPts val="0"/>
              </a:spcBef>
              <a:spcAft>
                <a:spcPts val="0"/>
              </a:spcAft>
              <a:buNone/>
              <a:defRPr>
                <a:solidFill>
                  <a:schemeClr val="lt1"/>
                </a:solidFill>
              </a:defRPr>
            </a:lvl6pPr>
            <a:lvl7pPr lvl="6" rtl="0">
              <a:spcBef>
                <a:spcPts val="0"/>
              </a:spcBef>
              <a:spcAft>
                <a:spcPts val="0"/>
              </a:spcAft>
              <a:buNone/>
              <a:defRPr>
                <a:solidFill>
                  <a:schemeClr val="lt1"/>
                </a:solidFill>
              </a:defRPr>
            </a:lvl7pPr>
            <a:lvl8pPr lvl="7" rtl="0">
              <a:spcBef>
                <a:spcPts val="0"/>
              </a:spcBef>
              <a:spcAft>
                <a:spcPts val="0"/>
              </a:spcAft>
              <a:buNone/>
              <a:defRPr>
                <a:solidFill>
                  <a:schemeClr val="lt1"/>
                </a:solidFill>
              </a:defRPr>
            </a:lvl8pPr>
            <a:lvl9pPr lvl="8" rtl="0">
              <a:spcBef>
                <a:spcPts val="0"/>
              </a:spcBef>
              <a:spcAft>
                <a:spcPts val="0"/>
              </a:spcAft>
              <a:buNone/>
              <a:defRPr>
                <a:solidFill>
                  <a:schemeClr val="lt1"/>
                </a:solidFill>
              </a:defRPr>
            </a:lvl9pPr>
          </a:lstStyle>
          <a:p/>
        </p:txBody>
      </p:sp>
      <p:sp>
        <p:nvSpPr>
          <p:cNvPr id="238" name="Google Shape;238;p32"/>
          <p:cNvSpPr txBox="1"/>
          <p:nvPr>
            <p:ph idx="3" type="subTitle"/>
          </p:nvPr>
        </p:nvSpPr>
        <p:spPr>
          <a:xfrm>
            <a:off x="4708749" y="1553404"/>
            <a:ext cx="2326200" cy="457200"/>
          </a:xfrm>
          <a:prstGeom prst="rect">
            <a:avLst/>
          </a:prstGeom>
        </p:spPr>
        <p:txBody>
          <a:bodyPr anchorCtr="0" anchor="b" bIns="91425" lIns="91425" spcFirstLastPara="1" rIns="91425" wrap="square" tIns="91425">
            <a:noAutofit/>
          </a:bodyPr>
          <a:lstStyle>
            <a:lvl1pPr lvl="0" rtl="0" algn="r">
              <a:spcBef>
                <a:spcPts val="0"/>
              </a:spcBef>
              <a:spcAft>
                <a:spcPts val="0"/>
              </a:spcAft>
              <a:buNone/>
              <a:defRPr sz="2000">
                <a:solidFill>
                  <a:schemeClr val="accent1"/>
                </a:solidFill>
                <a:latin typeface="Audiowide"/>
                <a:ea typeface="Audiowide"/>
                <a:cs typeface="Audiowide"/>
                <a:sym typeface="Audiowide"/>
              </a:defRPr>
            </a:lvl1pPr>
            <a:lvl2pPr lvl="1" rtl="0" algn="r">
              <a:spcBef>
                <a:spcPts val="0"/>
              </a:spcBef>
              <a:spcAft>
                <a:spcPts val="0"/>
              </a:spcAft>
              <a:buNone/>
              <a:defRPr sz="2000">
                <a:solidFill>
                  <a:schemeClr val="accent1"/>
                </a:solidFill>
                <a:latin typeface="Audiowide"/>
                <a:ea typeface="Audiowide"/>
                <a:cs typeface="Audiowide"/>
                <a:sym typeface="Audiowide"/>
              </a:defRPr>
            </a:lvl2pPr>
            <a:lvl3pPr lvl="2" rtl="0" algn="r">
              <a:spcBef>
                <a:spcPts val="0"/>
              </a:spcBef>
              <a:spcAft>
                <a:spcPts val="0"/>
              </a:spcAft>
              <a:buNone/>
              <a:defRPr sz="2000">
                <a:solidFill>
                  <a:schemeClr val="accent1"/>
                </a:solidFill>
                <a:latin typeface="Audiowide"/>
                <a:ea typeface="Audiowide"/>
                <a:cs typeface="Audiowide"/>
                <a:sym typeface="Audiowide"/>
              </a:defRPr>
            </a:lvl3pPr>
            <a:lvl4pPr lvl="3" rtl="0" algn="r">
              <a:spcBef>
                <a:spcPts val="0"/>
              </a:spcBef>
              <a:spcAft>
                <a:spcPts val="0"/>
              </a:spcAft>
              <a:buNone/>
              <a:defRPr sz="2000">
                <a:solidFill>
                  <a:schemeClr val="accent1"/>
                </a:solidFill>
                <a:latin typeface="Audiowide"/>
                <a:ea typeface="Audiowide"/>
                <a:cs typeface="Audiowide"/>
                <a:sym typeface="Audiowide"/>
              </a:defRPr>
            </a:lvl4pPr>
            <a:lvl5pPr lvl="4" rtl="0" algn="r">
              <a:spcBef>
                <a:spcPts val="0"/>
              </a:spcBef>
              <a:spcAft>
                <a:spcPts val="0"/>
              </a:spcAft>
              <a:buNone/>
              <a:defRPr sz="2000">
                <a:solidFill>
                  <a:schemeClr val="accent1"/>
                </a:solidFill>
                <a:latin typeface="Audiowide"/>
                <a:ea typeface="Audiowide"/>
                <a:cs typeface="Audiowide"/>
                <a:sym typeface="Audiowide"/>
              </a:defRPr>
            </a:lvl5pPr>
            <a:lvl6pPr lvl="5" rtl="0" algn="r">
              <a:spcBef>
                <a:spcPts val="0"/>
              </a:spcBef>
              <a:spcAft>
                <a:spcPts val="0"/>
              </a:spcAft>
              <a:buNone/>
              <a:defRPr sz="2000">
                <a:solidFill>
                  <a:schemeClr val="accent1"/>
                </a:solidFill>
                <a:latin typeface="Audiowide"/>
                <a:ea typeface="Audiowide"/>
                <a:cs typeface="Audiowide"/>
                <a:sym typeface="Audiowide"/>
              </a:defRPr>
            </a:lvl6pPr>
            <a:lvl7pPr lvl="6" rtl="0" algn="r">
              <a:spcBef>
                <a:spcPts val="0"/>
              </a:spcBef>
              <a:spcAft>
                <a:spcPts val="0"/>
              </a:spcAft>
              <a:buNone/>
              <a:defRPr sz="2000">
                <a:solidFill>
                  <a:schemeClr val="accent1"/>
                </a:solidFill>
                <a:latin typeface="Audiowide"/>
                <a:ea typeface="Audiowide"/>
                <a:cs typeface="Audiowide"/>
                <a:sym typeface="Audiowide"/>
              </a:defRPr>
            </a:lvl7pPr>
            <a:lvl8pPr lvl="7" rtl="0" algn="r">
              <a:spcBef>
                <a:spcPts val="0"/>
              </a:spcBef>
              <a:spcAft>
                <a:spcPts val="0"/>
              </a:spcAft>
              <a:buNone/>
              <a:defRPr sz="2000">
                <a:solidFill>
                  <a:schemeClr val="accent1"/>
                </a:solidFill>
                <a:latin typeface="Audiowide"/>
                <a:ea typeface="Audiowide"/>
                <a:cs typeface="Audiowide"/>
                <a:sym typeface="Audiowide"/>
              </a:defRPr>
            </a:lvl8pPr>
            <a:lvl9pPr lvl="8" rtl="0" algn="r">
              <a:spcBef>
                <a:spcPts val="0"/>
              </a:spcBef>
              <a:spcAft>
                <a:spcPts val="0"/>
              </a:spcAft>
              <a:buNone/>
              <a:defRPr sz="2000">
                <a:solidFill>
                  <a:schemeClr val="accent1"/>
                </a:solidFill>
                <a:latin typeface="Audiowide"/>
                <a:ea typeface="Audiowide"/>
                <a:cs typeface="Audiowide"/>
                <a:sym typeface="Audiowide"/>
              </a:defRPr>
            </a:lvl9pPr>
          </a:lstStyle>
          <a:p/>
        </p:txBody>
      </p:sp>
      <p:sp>
        <p:nvSpPr>
          <p:cNvPr id="239" name="Google Shape;239;p32"/>
          <p:cNvSpPr txBox="1"/>
          <p:nvPr>
            <p:ph idx="4" type="subTitle"/>
          </p:nvPr>
        </p:nvSpPr>
        <p:spPr>
          <a:xfrm>
            <a:off x="4708753" y="1915655"/>
            <a:ext cx="2326200" cy="484500"/>
          </a:xfrm>
          <a:prstGeom prst="rect">
            <a:avLst/>
          </a:prstGeom>
        </p:spPr>
        <p:txBody>
          <a:bodyPr anchorCtr="0" anchor="t" bIns="91425" lIns="91425" spcFirstLastPara="1" rIns="91425" wrap="square" tIns="91425">
            <a:noAutofit/>
          </a:bodyPr>
          <a:lstStyle>
            <a:lvl1pPr lvl="0" rtl="0" algn="r">
              <a:spcBef>
                <a:spcPts val="0"/>
              </a:spcBef>
              <a:spcAft>
                <a:spcPts val="0"/>
              </a:spcAft>
              <a:buNone/>
              <a:defRPr>
                <a:solidFill>
                  <a:schemeClr val="lt1"/>
                </a:solidFill>
              </a:defRPr>
            </a:lvl1pPr>
            <a:lvl2pPr lvl="1" rtl="0" algn="r">
              <a:spcBef>
                <a:spcPts val="0"/>
              </a:spcBef>
              <a:spcAft>
                <a:spcPts val="0"/>
              </a:spcAft>
              <a:buNone/>
              <a:defRPr>
                <a:solidFill>
                  <a:schemeClr val="lt1"/>
                </a:solidFill>
              </a:defRPr>
            </a:lvl2pPr>
            <a:lvl3pPr lvl="2" rtl="0" algn="r">
              <a:spcBef>
                <a:spcPts val="0"/>
              </a:spcBef>
              <a:spcAft>
                <a:spcPts val="0"/>
              </a:spcAft>
              <a:buNone/>
              <a:defRPr>
                <a:solidFill>
                  <a:schemeClr val="lt1"/>
                </a:solidFill>
              </a:defRPr>
            </a:lvl3pPr>
            <a:lvl4pPr lvl="3" rtl="0" algn="r">
              <a:spcBef>
                <a:spcPts val="0"/>
              </a:spcBef>
              <a:spcAft>
                <a:spcPts val="0"/>
              </a:spcAft>
              <a:buNone/>
              <a:defRPr>
                <a:solidFill>
                  <a:schemeClr val="lt1"/>
                </a:solidFill>
              </a:defRPr>
            </a:lvl4pPr>
            <a:lvl5pPr lvl="4" rtl="0" algn="r">
              <a:spcBef>
                <a:spcPts val="0"/>
              </a:spcBef>
              <a:spcAft>
                <a:spcPts val="0"/>
              </a:spcAft>
              <a:buNone/>
              <a:defRPr>
                <a:solidFill>
                  <a:schemeClr val="lt1"/>
                </a:solidFill>
              </a:defRPr>
            </a:lvl5pPr>
            <a:lvl6pPr lvl="5" rtl="0" algn="r">
              <a:spcBef>
                <a:spcPts val="0"/>
              </a:spcBef>
              <a:spcAft>
                <a:spcPts val="0"/>
              </a:spcAft>
              <a:buNone/>
              <a:defRPr>
                <a:solidFill>
                  <a:schemeClr val="lt1"/>
                </a:solidFill>
              </a:defRPr>
            </a:lvl6pPr>
            <a:lvl7pPr lvl="6" rtl="0" algn="r">
              <a:spcBef>
                <a:spcPts val="0"/>
              </a:spcBef>
              <a:spcAft>
                <a:spcPts val="0"/>
              </a:spcAft>
              <a:buNone/>
              <a:defRPr>
                <a:solidFill>
                  <a:schemeClr val="lt1"/>
                </a:solidFill>
              </a:defRPr>
            </a:lvl7pPr>
            <a:lvl8pPr lvl="7" rtl="0" algn="r">
              <a:spcBef>
                <a:spcPts val="0"/>
              </a:spcBef>
              <a:spcAft>
                <a:spcPts val="0"/>
              </a:spcAft>
              <a:buNone/>
              <a:defRPr>
                <a:solidFill>
                  <a:schemeClr val="lt1"/>
                </a:solidFill>
              </a:defRPr>
            </a:lvl8pPr>
            <a:lvl9pPr lvl="8" rtl="0" algn="r">
              <a:spcBef>
                <a:spcPts val="0"/>
              </a:spcBef>
              <a:spcAft>
                <a:spcPts val="0"/>
              </a:spcAft>
              <a:buNone/>
              <a:defRPr>
                <a:solidFill>
                  <a:schemeClr val="lt1"/>
                </a:solidFill>
              </a:defRPr>
            </a:lvl9pPr>
          </a:lstStyle>
          <a:p/>
        </p:txBody>
      </p:sp>
      <p:sp>
        <p:nvSpPr>
          <p:cNvPr id="240" name="Google Shape;240;p32"/>
          <p:cNvSpPr txBox="1"/>
          <p:nvPr>
            <p:ph idx="5" type="subTitle"/>
          </p:nvPr>
        </p:nvSpPr>
        <p:spPr>
          <a:xfrm>
            <a:off x="2109048" y="3102807"/>
            <a:ext cx="2313300" cy="457200"/>
          </a:xfrm>
          <a:prstGeom prst="rect">
            <a:avLst/>
          </a:prstGeom>
        </p:spPr>
        <p:txBody>
          <a:bodyPr anchorCtr="0" anchor="b" bIns="91425" lIns="91425" spcFirstLastPara="1" rIns="91425" wrap="square" tIns="91425">
            <a:noAutofit/>
          </a:bodyPr>
          <a:lstStyle>
            <a:lvl1pPr lvl="0" rtl="0">
              <a:spcBef>
                <a:spcPts val="0"/>
              </a:spcBef>
              <a:spcAft>
                <a:spcPts val="0"/>
              </a:spcAft>
              <a:buNone/>
              <a:defRPr sz="2000">
                <a:solidFill>
                  <a:schemeClr val="accent1"/>
                </a:solidFill>
                <a:latin typeface="Audiowide"/>
                <a:ea typeface="Audiowide"/>
                <a:cs typeface="Audiowide"/>
                <a:sym typeface="Audiowide"/>
              </a:defRPr>
            </a:lvl1pPr>
            <a:lvl2pPr lvl="1" rtl="0">
              <a:spcBef>
                <a:spcPts val="0"/>
              </a:spcBef>
              <a:spcAft>
                <a:spcPts val="0"/>
              </a:spcAft>
              <a:buNone/>
              <a:defRPr sz="2000">
                <a:solidFill>
                  <a:schemeClr val="accent1"/>
                </a:solidFill>
                <a:latin typeface="Audiowide"/>
                <a:ea typeface="Audiowide"/>
                <a:cs typeface="Audiowide"/>
                <a:sym typeface="Audiowide"/>
              </a:defRPr>
            </a:lvl2pPr>
            <a:lvl3pPr lvl="2" rtl="0">
              <a:spcBef>
                <a:spcPts val="0"/>
              </a:spcBef>
              <a:spcAft>
                <a:spcPts val="0"/>
              </a:spcAft>
              <a:buNone/>
              <a:defRPr sz="2000">
                <a:solidFill>
                  <a:schemeClr val="accent1"/>
                </a:solidFill>
                <a:latin typeface="Audiowide"/>
                <a:ea typeface="Audiowide"/>
                <a:cs typeface="Audiowide"/>
                <a:sym typeface="Audiowide"/>
              </a:defRPr>
            </a:lvl3pPr>
            <a:lvl4pPr lvl="3" rtl="0">
              <a:spcBef>
                <a:spcPts val="0"/>
              </a:spcBef>
              <a:spcAft>
                <a:spcPts val="0"/>
              </a:spcAft>
              <a:buNone/>
              <a:defRPr sz="2000">
                <a:solidFill>
                  <a:schemeClr val="accent1"/>
                </a:solidFill>
                <a:latin typeface="Audiowide"/>
                <a:ea typeface="Audiowide"/>
                <a:cs typeface="Audiowide"/>
                <a:sym typeface="Audiowide"/>
              </a:defRPr>
            </a:lvl4pPr>
            <a:lvl5pPr lvl="4" rtl="0">
              <a:spcBef>
                <a:spcPts val="0"/>
              </a:spcBef>
              <a:spcAft>
                <a:spcPts val="0"/>
              </a:spcAft>
              <a:buNone/>
              <a:defRPr sz="2000">
                <a:solidFill>
                  <a:schemeClr val="accent1"/>
                </a:solidFill>
                <a:latin typeface="Audiowide"/>
                <a:ea typeface="Audiowide"/>
                <a:cs typeface="Audiowide"/>
                <a:sym typeface="Audiowide"/>
              </a:defRPr>
            </a:lvl5pPr>
            <a:lvl6pPr lvl="5" rtl="0">
              <a:spcBef>
                <a:spcPts val="0"/>
              </a:spcBef>
              <a:spcAft>
                <a:spcPts val="0"/>
              </a:spcAft>
              <a:buNone/>
              <a:defRPr sz="2000">
                <a:solidFill>
                  <a:schemeClr val="accent1"/>
                </a:solidFill>
                <a:latin typeface="Audiowide"/>
                <a:ea typeface="Audiowide"/>
                <a:cs typeface="Audiowide"/>
                <a:sym typeface="Audiowide"/>
              </a:defRPr>
            </a:lvl6pPr>
            <a:lvl7pPr lvl="6" rtl="0">
              <a:spcBef>
                <a:spcPts val="0"/>
              </a:spcBef>
              <a:spcAft>
                <a:spcPts val="0"/>
              </a:spcAft>
              <a:buNone/>
              <a:defRPr sz="2000">
                <a:solidFill>
                  <a:schemeClr val="accent1"/>
                </a:solidFill>
                <a:latin typeface="Audiowide"/>
                <a:ea typeface="Audiowide"/>
                <a:cs typeface="Audiowide"/>
                <a:sym typeface="Audiowide"/>
              </a:defRPr>
            </a:lvl7pPr>
            <a:lvl8pPr lvl="7" rtl="0">
              <a:spcBef>
                <a:spcPts val="0"/>
              </a:spcBef>
              <a:spcAft>
                <a:spcPts val="0"/>
              </a:spcAft>
              <a:buNone/>
              <a:defRPr sz="2000">
                <a:solidFill>
                  <a:schemeClr val="accent1"/>
                </a:solidFill>
                <a:latin typeface="Audiowide"/>
                <a:ea typeface="Audiowide"/>
                <a:cs typeface="Audiowide"/>
                <a:sym typeface="Audiowide"/>
              </a:defRPr>
            </a:lvl8pPr>
            <a:lvl9pPr lvl="8" rtl="0">
              <a:spcBef>
                <a:spcPts val="0"/>
              </a:spcBef>
              <a:spcAft>
                <a:spcPts val="0"/>
              </a:spcAft>
              <a:buNone/>
              <a:defRPr sz="2000">
                <a:solidFill>
                  <a:schemeClr val="accent1"/>
                </a:solidFill>
                <a:latin typeface="Audiowide"/>
                <a:ea typeface="Audiowide"/>
                <a:cs typeface="Audiowide"/>
                <a:sym typeface="Audiowide"/>
              </a:defRPr>
            </a:lvl9pPr>
          </a:lstStyle>
          <a:p/>
        </p:txBody>
      </p:sp>
      <p:sp>
        <p:nvSpPr>
          <p:cNvPr id="241" name="Google Shape;241;p32"/>
          <p:cNvSpPr txBox="1"/>
          <p:nvPr>
            <p:ph idx="6" type="subTitle"/>
          </p:nvPr>
        </p:nvSpPr>
        <p:spPr>
          <a:xfrm>
            <a:off x="2109047" y="3462836"/>
            <a:ext cx="2313300" cy="484500"/>
          </a:xfrm>
          <a:prstGeom prst="rect">
            <a:avLst/>
          </a:prstGeom>
        </p:spPr>
        <p:txBody>
          <a:bodyPr anchorCtr="0" anchor="t" bIns="91425" lIns="91425" spcFirstLastPara="1" rIns="91425" wrap="square" tIns="91425">
            <a:noAutofit/>
          </a:bodyPr>
          <a:lstStyle>
            <a:lvl1pPr lvl="0" rtl="0">
              <a:spcBef>
                <a:spcPts val="0"/>
              </a:spcBef>
              <a:spcAft>
                <a:spcPts val="0"/>
              </a:spcAft>
              <a:buNone/>
              <a:defRPr>
                <a:solidFill>
                  <a:schemeClr val="lt1"/>
                </a:solidFill>
              </a:defRPr>
            </a:lvl1pPr>
            <a:lvl2pPr lvl="1" rtl="0">
              <a:spcBef>
                <a:spcPts val="0"/>
              </a:spcBef>
              <a:spcAft>
                <a:spcPts val="0"/>
              </a:spcAft>
              <a:buNone/>
              <a:defRPr>
                <a:solidFill>
                  <a:schemeClr val="lt1"/>
                </a:solidFill>
              </a:defRPr>
            </a:lvl2pPr>
            <a:lvl3pPr lvl="2" rtl="0">
              <a:spcBef>
                <a:spcPts val="0"/>
              </a:spcBef>
              <a:spcAft>
                <a:spcPts val="0"/>
              </a:spcAft>
              <a:buNone/>
              <a:defRPr>
                <a:solidFill>
                  <a:schemeClr val="lt1"/>
                </a:solidFill>
              </a:defRPr>
            </a:lvl3pPr>
            <a:lvl4pPr lvl="3" rtl="0">
              <a:spcBef>
                <a:spcPts val="0"/>
              </a:spcBef>
              <a:spcAft>
                <a:spcPts val="0"/>
              </a:spcAft>
              <a:buNone/>
              <a:defRPr>
                <a:solidFill>
                  <a:schemeClr val="lt1"/>
                </a:solidFill>
              </a:defRPr>
            </a:lvl4pPr>
            <a:lvl5pPr lvl="4" rtl="0">
              <a:spcBef>
                <a:spcPts val="0"/>
              </a:spcBef>
              <a:spcAft>
                <a:spcPts val="0"/>
              </a:spcAft>
              <a:buNone/>
              <a:defRPr>
                <a:solidFill>
                  <a:schemeClr val="lt1"/>
                </a:solidFill>
              </a:defRPr>
            </a:lvl5pPr>
            <a:lvl6pPr lvl="5" rtl="0">
              <a:spcBef>
                <a:spcPts val="0"/>
              </a:spcBef>
              <a:spcAft>
                <a:spcPts val="0"/>
              </a:spcAft>
              <a:buNone/>
              <a:defRPr>
                <a:solidFill>
                  <a:schemeClr val="lt1"/>
                </a:solidFill>
              </a:defRPr>
            </a:lvl6pPr>
            <a:lvl7pPr lvl="6" rtl="0">
              <a:spcBef>
                <a:spcPts val="0"/>
              </a:spcBef>
              <a:spcAft>
                <a:spcPts val="0"/>
              </a:spcAft>
              <a:buNone/>
              <a:defRPr>
                <a:solidFill>
                  <a:schemeClr val="lt1"/>
                </a:solidFill>
              </a:defRPr>
            </a:lvl7pPr>
            <a:lvl8pPr lvl="7" rtl="0">
              <a:spcBef>
                <a:spcPts val="0"/>
              </a:spcBef>
              <a:spcAft>
                <a:spcPts val="0"/>
              </a:spcAft>
              <a:buNone/>
              <a:defRPr>
                <a:solidFill>
                  <a:schemeClr val="lt1"/>
                </a:solidFill>
              </a:defRPr>
            </a:lvl8pPr>
            <a:lvl9pPr lvl="8" rtl="0">
              <a:spcBef>
                <a:spcPts val="0"/>
              </a:spcBef>
              <a:spcAft>
                <a:spcPts val="0"/>
              </a:spcAft>
              <a:buNone/>
              <a:defRPr>
                <a:solidFill>
                  <a:schemeClr val="lt1"/>
                </a:solidFill>
              </a:defRPr>
            </a:lvl9pPr>
          </a:lstStyle>
          <a:p/>
        </p:txBody>
      </p:sp>
      <p:sp>
        <p:nvSpPr>
          <p:cNvPr id="242" name="Google Shape;242;p32"/>
          <p:cNvSpPr txBox="1"/>
          <p:nvPr>
            <p:ph idx="7" type="subTitle"/>
          </p:nvPr>
        </p:nvSpPr>
        <p:spPr>
          <a:xfrm>
            <a:off x="4708750" y="3102806"/>
            <a:ext cx="2326200" cy="457200"/>
          </a:xfrm>
          <a:prstGeom prst="rect">
            <a:avLst/>
          </a:prstGeom>
        </p:spPr>
        <p:txBody>
          <a:bodyPr anchorCtr="0" anchor="b" bIns="91425" lIns="91425" spcFirstLastPara="1" rIns="91425" wrap="square" tIns="91425">
            <a:noAutofit/>
          </a:bodyPr>
          <a:lstStyle>
            <a:lvl1pPr lvl="0" rtl="0" algn="r">
              <a:spcBef>
                <a:spcPts val="0"/>
              </a:spcBef>
              <a:spcAft>
                <a:spcPts val="0"/>
              </a:spcAft>
              <a:buNone/>
              <a:defRPr sz="2000">
                <a:solidFill>
                  <a:schemeClr val="accent1"/>
                </a:solidFill>
                <a:latin typeface="Audiowide"/>
                <a:ea typeface="Audiowide"/>
                <a:cs typeface="Audiowide"/>
                <a:sym typeface="Audiowide"/>
              </a:defRPr>
            </a:lvl1pPr>
            <a:lvl2pPr lvl="1" rtl="0" algn="r">
              <a:spcBef>
                <a:spcPts val="0"/>
              </a:spcBef>
              <a:spcAft>
                <a:spcPts val="0"/>
              </a:spcAft>
              <a:buNone/>
              <a:defRPr sz="2000">
                <a:solidFill>
                  <a:schemeClr val="accent1"/>
                </a:solidFill>
                <a:latin typeface="Audiowide"/>
                <a:ea typeface="Audiowide"/>
                <a:cs typeface="Audiowide"/>
                <a:sym typeface="Audiowide"/>
              </a:defRPr>
            </a:lvl2pPr>
            <a:lvl3pPr lvl="2" rtl="0" algn="r">
              <a:spcBef>
                <a:spcPts val="0"/>
              </a:spcBef>
              <a:spcAft>
                <a:spcPts val="0"/>
              </a:spcAft>
              <a:buNone/>
              <a:defRPr sz="2000">
                <a:solidFill>
                  <a:schemeClr val="accent1"/>
                </a:solidFill>
                <a:latin typeface="Audiowide"/>
                <a:ea typeface="Audiowide"/>
                <a:cs typeface="Audiowide"/>
                <a:sym typeface="Audiowide"/>
              </a:defRPr>
            </a:lvl3pPr>
            <a:lvl4pPr lvl="3" rtl="0" algn="r">
              <a:spcBef>
                <a:spcPts val="0"/>
              </a:spcBef>
              <a:spcAft>
                <a:spcPts val="0"/>
              </a:spcAft>
              <a:buNone/>
              <a:defRPr sz="2000">
                <a:solidFill>
                  <a:schemeClr val="accent1"/>
                </a:solidFill>
                <a:latin typeface="Audiowide"/>
                <a:ea typeface="Audiowide"/>
                <a:cs typeface="Audiowide"/>
                <a:sym typeface="Audiowide"/>
              </a:defRPr>
            </a:lvl4pPr>
            <a:lvl5pPr lvl="4" rtl="0" algn="r">
              <a:spcBef>
                <a:spcPts val="0"/>
              </a:spcBef>
              <a:spcAft>
                <a:spcPts val="0"/>
              </a:spcAft>
              <a:buNone/>
              <a:defRPr sz="2000">
                <a:solidFill>
                  <a:schemeClr val="accent1"/>
                </a:solidFill>
                <a:latin typeface="Audiowide"/>
                <a:ea typeface="Audiowide"/>
                <a:cs typeface="Audiowide"/>
                <a:sym typeface="Audiowide"/>
              </a:defRPr>
            </a:lvl5pPr>
            <a:lvl6pPr lvl="5" rtl="0" algn="r">
              <a:spcBef>
                <a:spcPts val="0"/>
              </a:spcBef>
              <a:spcAft>
                <a:spcPts val="0"/>
              </a:spcAft>
              <a:buNone/>
              <a:defRPr sz="2000">
                <a:solidFill>
                  <a:schemeClr val="accent1"/>
                </a:solidFill>
                <a:latin typeface="Audiowide"/>
                <a:ea typeface="Audiowide"/>
                <a:cs typeface="Audiowide"/>
                <a:sym typeface="Audiowide"/>
              </a:defRPr>
            </a:lvl6pPr>
            <a:lvl7pPr lvl="6" rtl="0" algn="r">
              <a:spcBef>
                <a:spcPts val="0"/>
              </a:spcBef>
              <a:spcAft>
                <a:spcPts val="0"/>
              </a:spcAft>
              <a:buNone/>
              <a:defRPr sz="2000">
                <a:solidFill>
                  <a:schemeClr val="accent1"/>
                </a:solidFill>
                <a:latin typeface="Audiowide"/>
                <a:ea typeface="Audiowide"/>
                <a:cs typeface="Audiowide"/>
                <a:sym typeface="Audiowide"/>
              </a:defRPr>
            </a:lvl7pPr>
            <a:lvl8pPr lvl="7" rtl="0" algn="r">
              <a:spcBef>
                <a:spcPts val="0"/>
              </a:spcBef>
              <a:spcAft>
                <a:spcPts val="0"/>
              </a:spcAft>
              <a:buNone/>
              <a:defRPr sz="2000">
                <a:solidFill>
                  <a:schemeClr val="accent1"/>
                </a:solidFill>
                <a:latin typeface="Audiowide"/>
                <a:ea typeface="Audiowide"/>
                <a:cs typeface="Audiowide"/>
                <a:sym typeface="Audiowide"/>
              </a:defRPr>
            </a:lvl8pPr>
            <a:lvl9pPr lvl="8" rtl="0" algn="r">
              <a:spcBef>
                <a:spcPts val="0"/>
              </a:spcBef>
              <a:spcAft>
                <a:spcPts val="0"/>
              </a:spcAft>
              <a:buNone/>
              <a:defRPr sz="2000">
                <a:solidFill>
                  <a:schemeClr val="accent1"/>
                </a:solidFill>
                <a:latin typeface="Audiowide"/>
                <a:ea typeface="Audiowide"/>
                <a:cs typeface="Audiowide"/>
                <a:sym typeface="Audiowide"/>
              </a:defRPr>
            </a:lvl9pPr>
          </a:lstStyle>
          <a:p/>
        </p:txBody>
      </p:sp>
      <p:sp>
        <p:nvSpPr>
          <p:cNvPr id="243" name="Google Shape;243;p32"/>
          <p:cNvSpPr txBox="1"/>
          <p:nvPr>
            <p:ph idx="8" type="subTitle"/>
          </p:nvPr>
        </p:nvSpPr>
        <p:spPr>
          <a:xfrm>
            <a:off x="4708753" y="3462836"/>
            <a:ext cx="2326200" cy="484500"/>
          </a:xfrm>
          <a:prstGeom prst="rect">
            <a:avLst/>
          </a:prstGeom>
        </p:spPr>
        <p:txBody>
          <a:bodyPr anchorCtr="0" anchor="t" bIns="91425" lIns="91425" spcFirstLastPara="1" rIns="91425" wrap="square" tIns="91425">
            <a:noAutofit/>
          </a:bodyPr>
          <a:lstStyle>
            <a:lvl1pPr lvl="0" rtl="0" algn="r">
              <a:spcBef>
                <a:spcPts val="0"/>
              </a:spcBef>
              <a:spcAft>
                <a:spcPts val="0"/>
              </a:spcAft>
              <a:buNone/>
              <a:defRPr>
                <a:solidFill>
                  <a:schemeClr val="lt1"/>
                </a:solidFill>
              </a:defRPr>
            </a:lvl1pPr>
            <a:lvl2pPr lvl="1" rtl="0" algn="r">
              <a:spcBef>
                <a:spcPts val="0"/>
              </a:spcBef>
              <a:spcAft>
                <a:spcPts val="0"/>
              </a:spcAft>
              <a:buNone/>
              <a:defRPr>
                <a:solidFill>
                  <a:schemeClr val="lt1"/>
                </a:solidFill>
              </a:defRPr>
            </a:lvl2pPr>
            <a:lvl3pPr lvl="2" rtl="0" algn="r">
              <a:spcBef>
                <a:spcPts val="0"/>
              </a:spcBef>
              <a:spcAft>
                <a:spcPts val="0"/>
              </a:spcAft>
              <a:buNone/>
              <a:defRPr>
                <a:solidFill>
                  <a:schemeClr val="lt1"/>
                </a:solidFill>
              </a:defRPr>
            </a:lvl3pPr>
            <a:lvl4pPr lvl="3" rtl="0" algn="r">
              <a:spcBef>
                <a:spcPts val="0"/>
              </a:spcBef>
              <a:spcAft>
                <a:spcPts val="0"/>
              </a:spcAft>
              <a:buNone/>
              <a:defRPr>
                <a:solidFill>
                  <a:schemeClr val="lt1"/>
                </a:solidFill>
              </a:defRPr>
            </a:lvl4pPr>
            <a:lvl5pPr lvl="4" rtl="0" algn="r">
              <a:spcBef>
                <a:spcPts val="0"/>
              </a:spcBef>
              <a:spcAft>
                <a:spcPts val="0"/>
              </a:spcAft>
              <a:buNone/>
              <a:defRPr>
                <a:solidFill>
                  <a:schemeClr val="lt1"/>
                </a:solidFill>
              </a:defRPr>
            </a:lvl5pPr>
            <a:lvl6pPr lvl="5" rtl="0" algn="r">
              <a:spcBef>
                <a:spcPts val="0"/>
              </a:spcBef>
              <a:spcAft>
                <a:spcPts val="0"/>
              </a:spcAft>
              <a:buNone/>
              <a:defRPr>
                <a:solidFill>
                  <a:schemeClr val="lt1"/>
                </a:solidFill>
              </a:defRPr>
            </a:lvl6pPr>
            <a:lvl7pPr lvl="6" rtl="0" algn="r">
              <a:spcBef>
                <a:spcPts val="0"/>
              </a:spcBef>
              <a:spcAft>
                <a:spcPts val="0"/>
              </a:spcAft>
              <a:buNone/>
              <a:defRPr>
                <a:solidFill>
                  <a:schemeClr val="lt1"/>
                </a:solidFill>
              </a:defRPr>
            </a:lvl7pPr>
            <a:lvl8pPr lvl="7" rtl="0" algn="r">
              <a:spcBef>
                <a:spcPts val="0"/>
              </a:spcBef>
              <a:spcAft>
                <a:spcPts val="0"/>
              </a:spcAft>
              <a:buNone/>
              <a:defRPr>
                <a:solidFill>
                  <a:schemeClr val="lt1"/>
                </a:solidFill>
              </a:defRPr>
            </a:lvl8pPr>
            <a:lvl9pPr lvl="8" rtl="0" algn="r">
              <a:spcBef>
                <a:spcPts val="0"/>
              </a:spcBef>
              <a:spcAft>
                <a:spcPts val="0"/>
              </a:spcAft>
              <a:buNone/>
              <a:defRPr>
                <a:solidFill>
                  <a:schemeClr val="lt1"/>
                </a:solidFill>
              </a:defRPr>
            </a:lvl9pPr>
          </a:lstStyle>
          <a:p/>
        </p:txBody>
      </p:sp>
      <p:sp>
        <p:nvSpPr>
          <p:cNvPr id="244" name="Google Shape;244;p32"/>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45" name="Google Shape;245;p32"/>
          <p:cNvPicPr preferRelativeResize="0"/>
          <p:nvPr/>
        </p:nvPicPr>
        <p:blipFill rotWithShape="1">
          <a:blip r:embed="rId3">
            <a:alphaModFix amt="75000"/>
          </a:blip>
          <a:srcRect b="0" l="23664" r="0" t="13299"/>
          <a:stretch/>
        </p:blipFill>
        <p:spPr>
          <a:xfrm>
            <a:off x="-142875" y="-308600"/>
            <a:ext cx="4171950" cy="2933699"/>
          </a:xfrm>
          <a:prstGeom prst="rect">
            <a:avLst/>
          </a:prstGeom>
          <a:noFill/>
          <a:ln>
            <a:noFill/>
          </a:ln>
        </p:spPr>
      </p:pic>
      <p:pic>
        <p:nvPicPr>
          <p:cNvPr id="246" name="Google Shape;246;p32"/>
          <p:cNvPicPr preferRelativeResize="0"/>
          <p:nvPr/>
        </p:nvPicPr>
        <p:blipFill rotWithShape="1">
          <a:blip r:embed="rId3">
            <a:alphaModFix amt="75000"/>
          </a:blip>
          <a:srcRect b="0" l="21334" r="0" t="3883"/>
          <a:stretch/>
        </p:blipFill>
        <p:spPr>
          <a:xfrm rot="-10799995">
            <a:off x="5587300" y="2451302"/>
            <a:ext cx="3747200" cy="283507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5">
    <p:spTree>
      <p:nvGrpSpPr>
        <p:cNvPr id="247" name="Shape 247"/>
        <p:cNvGrpSpPr/>
        <p:nvPr/>
      </p:nvGrpSpPr>
      <p:grpSpPr>
        <a:xfrm>
          <a:off x="0" y="0"/>
          <a:ext cx="0" cy="0"/>
          <a:chOff x="0" y="0"/>
          <a:chExt cx="0" cy="0"/>
        </a:xfrm>
      </p:grpSpPr>
      <p:pic>
        <p:nvPicPr>
          <p:cNvPr id="248" name="Google Shape;248;p33"/>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249" name="Google Shape;249;p33"/>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3"/>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3"/>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3"/>
          <p:cNvSpPr txBox="1"/>
          <p:nvPr>
            <p:ph type="title"/>
          </p:nvPr>
        </p:nvSpPr>
        <p:spPr>
          <a:xfrm>
            <a:off x="720000" y="1748246"/>
            <a:ext cx="2423100" cy="42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2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53" name="Google Shape;253;p33"/>
          <p:cNvSpPr txBox="1"/>
          <p:nvPr>
            <p:ph idx="1" type="subTitle"/>
          </p:nvPr>
        </p:nvSpPr>
        <p:spPr>
          <a:xfrm>
            <a:off x="720204" y="2019748"/>
            <a:ext cx="2423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4" name="Google Shape;254;p33"/>
          <p:cNvSpPr txBox="1"/>
          <p:nvPr>
            <p:ph idx="2" type="title"/>
          </p:nvPr>
        </p:nvSpPr>
        <p:spPr>
          <a:xfrm>
            <a:off x="3368276" y="1748246"/>
            <a:ext cx="2423100" cy="42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2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55" name="Google Shape;255;p33"/>
          <p:cNvSpPr txBox="1"/>
          <p:nvPr>
            <p:ph idx="3" type="subTitle"/>
          </p:nvPr>
        </p:nvSpPr>
        <p:spPr>
          <a:xfrm>
            <a:off x="3368275" y="2019748"/>
            <a:ext cx="2423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6" name="Google Shape;256;p33"/>
          <p:cNvSpPr txBox="1"/>
          <p:nvPr>
            <p:ph idx="4" type="title"/>
          </p:nvPr>
        </p:nvSpPr>
        <p:spPr>
          <a:xfrm>
            <a:off x="720204" y="3237376"/>
            <a:ext cx="2423100" cy="42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2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57" name="Google Shape;257;p33"/>
          <p:cNvSpPr txBox="1"/>
          <p:nvPr>
            <p:ph idx="5" type="subTitle"/>
          </p:nvPr>
        </p:nvSpPr>
        <p:spPr>
          <a:xfrm>
            <a:off x="720204" y="3509446"/>
            <a:ext cx="2423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8" name="Google Shape;258;p33"/>
          <p:cNvSpPr txBox="1"/>
          <p:nvPr>
            <p:ph idx="6" type="title"/>
          </p:nvPr>
        </p:nvSpPr>
        <p:spPr>
          <a:xfrm>
            <a:off x="3368276" y="3237376"/>
            <a:ext cx="2423100" cy="42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2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59" name="Google Shape;259;p33"/>
          <p:cNvSpPr txBox="1"/>
          <p:nvPr>
            <p:ph idx="7" type="subTitle"/>
          </p:nvPr>
        </p:nvSpPr>
        <p:spPr>
          <a:xfrm>
            <a:off x="3368275" y="3509446"/>
            <a:ext cx="2423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0" name="Google Shape;260;p33"/>
          <p:cNvSpPr txBox="1"/>
          <p:nvPr>
            <p:ph idx="8" type="title"/>
          </p:nvPr>
        </p:nvSpPr>
        <p:spPr>
          <a:xfrm>
            <a:off x="6000876" y="1748246"/>
            <a:ext cx="2423100" cy="42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2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61" name="Google Shape;261;p33"/>
          <p:cNvSpPr txBox="1"/>
          <p:nvPr>
            <p:ph idx="9" type="subTitle"/>
          </p:nvPr>
        </p:nvSpPr>
        <p:spPr>
          <a:xfrm>
            <a:off x="6000875" y="2019748"/>
            <a:ext cx="2423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2" name="Google Shape;262;p33"/>
          <p:cNvSpPr txBox="1"/>
          <p:nvPr>
            <p:ph idx="13" type="title"/>
          </p:nvPr>
        </p:nvSpPr>
        <p:spPr>
          <a:xfrm>
            <a:off x="6000876" y="3237376"/>
            <a:ext cx="2423100" cy="426900"/>
          </a:xfrm>
          <a:prstGeom prst="rect">
            <a:avLst/>
          </a:prstGeom>
        </p:spPr>
        <p:txBody>
          <a:bodyPr anchorCtr="0" anchor="b" bIns="91425" lIns="91425" spcFirstLastPara="1" rIns="91425" wrap="square" tIns="91425">
            <a:noAutofit/>
          </a:bodyPr>
          <a:lstStyle>
            <a:lvl1pPr lvl="0" rtl="0" algn="ctr">
              <a:lnSpc>
                <a:spcPct val="132352"/>
              </a:lnSpc>
              <a:spcBef>
                <a:spcPts val="0"/>
              </a:spcBef>
              <a:spcAft>
                <a:spcPts val="0"/>
              </a:spcAft>
              <a:buSzPts val="2000"/>
              <a:buNone/>
              <a:defRPr sz="22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63" name="Google Shape;263;p33"/>
          <p:cNvSpPr txBox="1"/>
          <p:nvPr>
            <p:ph idx="14" type="subTitle"/>
          </p:nvPr>
        </p:nvSpPr>
        <p:spPr>
          <a:xfrm>
            <a:off x="6000875" y="3509446"/>
            <a:ext cx="2423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4" name="Google Shape;264;p33"/>
          <p:cNvSpPr txBox="1"/>
          <p:nvPr>
            <p:ph idx="15"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65" name="Google Shape;265;p33"/>
          <p:cNvPicPr preferRelativeResize="0"/>
          <p:nvPr/>
        </p:nvPicPr>
        <p:blipFill rotWithShape="1">
          <a:blip r:embed="rId3">
            <a:alphaModFix amt="75000"/>
          </a:blip>
          <a:srcRect b="0" l="23147" r="0" t="15754"/>
          <a:stretch/>
        </p:blipFill>
        <p:spPr>
          <a:xfrm rot="5400000">
            <a:off x="5748539" y="489536"/>
            <a:ext cx="4351724" cy="2953549"/>
          </a:xfrm>
          <a:prstGeom prst="rect">
            <a:avLst/>
          </a:prstGeom>
          <a:noFill/>
          <a:ln>
            <a:noFill/>
          </a:ln>
        </p:spPr>
      </p:pic>
      <p:pic>
        <p:nvPicPr>
          <p:cNvPr id="266" name="Google Shape;266;p33"/>
          <p:cNvPicPr preferRelativeResize="0"/>
          <p:nvPr/>
        </p:nvPicPr>
        <p:blipFill rotWithShape="1">
          <a:blip r:embed="rId3">
            <a:alphaModFix amt="75000"/>
          </a:blip>
          <a:srcRect b="0" l="19672" r="0" t="17471"/>
          <a:stretch/>
        </p:blipFill>
        <p:spPr>
          <a:xfrm rot="-5399996">
            <a:off x="-957325" y="1514479"/>
            <a:ext cx="4633974" cy="2947919"/>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9">
    <p:spTree>
      <p:nvGrpSpPr>
        <p:cNvPr id="267" name="Shape 267"/>
        <p:cNvGrpSpPr/>
        <p:nvPr/>
      </p:nvGrpSpPr>
      <p:grpSpPr>
        <a:xfrm>
          <a:off x="0" y="0"/>
          <a:ext cx="0" cy="0"/>
          <a:chOff x="0" y="0"/>
          <a:chExt cx="0" cy="0"/>
        </a:xfrm>
      </p:grpSpPr>
      <p:pic>
        <p:nvPicPr>
          <p:cNvPr id="268" name="Google Shape;268;p34"/>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269" name="Google Shape;269;p34"/>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4"/>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4"/>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4"/>
          <p:cNvSpPr txBox="1"/>
          <p:nvPr>
            <p:ph type="title"/>
          </p:nvPr>
        </p:nvSpPr>
        <p:spPr>
          <a:xfrm>
            <a:off x="867750" y="3269200"/>
            <a:ext cx="1841400" cy="36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73" name="Google Shape;273;p34"/>
          <p:cNvSpPr txBox="1"/>
          <p:nvPr>
            <p:ph idx="1" type="subTitle"/>
          </p:nvPr>
        </p:nvSpPr>
        <p:spPr>
          <a:xfrm>
            <a:off x="867750" y="3500976"/>
            <a:ext cx="18414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4" name="Google Shape;274;p34"/>
          <p:cNvSpPr txBox="1"/>
          <p:nvPr>
            <p:ph idx="2" type="title"/>
          </p:nvPr>
        </p:nvSpPr>
        <p:spPr>
          <a:xfrm>
            <a:off x="3651596" y="3269200"/>
            <a:ext cx="1841400" cy="36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75" name="Google Shape;275;p34"/>
          <p:cNvSpPr txBox="1"/>
          <p:nvPr>
            <p:ph idx="3" type="subTitle"/>
          </p:nvPr>
        </p:nvSpPr>
        <p:spPr>
          <a:xfrm>
            <a:off x="3651596" y="3500976"/>
            <a:ext cx="18414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6" name="Google Shape;276;p34"/>
          <p:cNvSpPr txBox="1"/>
          <p:nvPr>
            <p:ph idx="4" type="title"/>
          </p:nvPr>
        </p:nvSpPr>
        <p:spPr>
          <a:xfrm>
            <a:off x="6434843" y="3269200"/>
            <a:ext cx="1841400" cy="36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77" name="Google Shape;277;p34"/>
          <p:cNvSpPr txBox="1"/>
          <p:nvPr>
            <p:ph idx="5" type="subTitle"/>
          </p:nvPr>
        </p:nvSpPr>
        <p:spPr>
          <a:xfrm>
            <a:off x="6434843" y="3500976"/>
            <a:ext cx="18414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8" name="Google Shape;278;p34"/>
          <p:cNvSpPr txBox="1"/>
          <p:nvPr>
            <p:ph hasCustomPrompt="1" idx="6" type="title"/>
          </p:nvPr>
        </p:nvSpPr>
        <p:spPr>
          <a:xfrm>
            <a:off x="1316850" y="1989375"/>
            <a:ext cx="943200" cy="514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4800"/>
              <a:buNone/>
              <a:defRPr sz="2000">
                <a:solidFill>
                  <a:schemeClr val="accent1"/>
                </a:solidFill>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279" name="Google Shape;279;p34"/>
          <p:cNvSpPr txBox="1"/>
          <p:nvPr>
            <p:ph hasCustomPrompt="1" idx="7" type="title"/>
          </p:nvPr>
        </p:nvSpPr>
        <p:spPr>
          <a:xfrm>
            <a:off x="4100400" y="1989375"/>
            <a:ext cx="943200" cy="514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4800"/>
              <a:buNone/>
              <a:defRPr sz="2000">
                <a:solidFill>
                  <a:schemeClr val="accent1"/>
                </a:solidFill>
              </a:defRPr>
            </a:lvl1pPr>
            <a:lvl2pPr lvl="1" rtl="0" algn="ctr">
              <a:spcBef>
                <a:spcPts val="0"/>
              </a:spcBef>
              <a:spcAft>
                <a:spcPts val="0"/>
              </a:spcAft>
              <a:buClr>
                <a:schemeClr val="accent2"/>
              </a:buClr>
              <a:buSzPts val="4800"/>
              <a:buNone/>
              <a:defRPr sz="4800">
                <a:solidFill>
                  <a:schemeClr val="accent2"/>
                </a:solidFill>
              </a:defRPr>
            </a:lvl2pPr>
            <a:lvl3pPr lvl="2" rtl="0" algn="ctr">
              <a:spcBef>
                <a:spcPts val="0"/>
              </a:spcBef>
              <a:spcAft>
                <a:spcPts val="0"/>
              </a:spcAft>
              <a:buClr>
                <a:schemeClr val="accent2"/>
              </a:buClr>
              <a:buSzPts val="4800"/>
              <a:buNone/>
              <a:defRPr sz="4800">
                <a:solidFill>
                  <a:schemeClr val="accent2"/>
                </a:solidFill>
              </a:defRPr>
            </a:lvl3pPr>
            <a:lvl4pPr lvl="3" rtl="0" algn="ctr">
              <a:spcBef>
                <a:spcPts val="0"/>
              </a:spcBef>
              <a:spcAft>
                <a:spcPts val="0"/>
              </a:spcAft>
              <a:buClr>
                <a:schemeClr val="accent2"/>
              </a:buClr>
              <a:buSzPts val="4800"/>
              <a:buNone/>
              <a:defRPr sz="4800">
                <a:solidFill>
                  <a:schemeClr val="accent2"/>
                </a:solidFill>
              </a:defRPr>
            </a:lvl4pPr>
            <a:lvl5pPr lvl="4" rtl="0" algn="ctr">
              <a:spcBef>
                <a:spcPts val="0"/>
              </a:spcBef>
              <a:spcAft>
                <a:spcPts val="0"/>
              </a:spcAft>
              <a:buClr>
                <a:schemeClr val="accent2"/>
              </a:buClr>
              <a:buSzPts val="4800"/>
              <a:buNone/>
              <a:defRPr sz="4800">
                <a:solidFill>
                  <a:schemeClr val="accent2"/>
                </a:solidFill>
              </a:defRPr>
            </a:lvl5pPr>
            <a:lvl6pPr lvl="5" rtl="0" algn="ctr">
              <a:spcBef>
                <a:spcPts val="0"/>
              </a:spcBef>
              <a:spcAft>
                <a:spcPts val="0"/>
              </a:spcAft>
              <a:buClr>
                <a:schemeClr val="accent2"/>
              </a:buClr>
              <a:buSzPts val="4800"/>
              <a:buNone/>
              <a:defRPr sz="4800">
                <a:solidFill>
                  <a:schemeClr val="accent2"/>
                </a:solidFill>
              </a:defRPr>
            </a:lvl6pPr>
            <a:lvl7pPr lvl="6" rtl="0" algn="ctr">
              <a:spcBef>
                <a:spcPts val="0"/>
              </a:spcBef>
              <a:spcAft>
                <a:spcPts val="0"/>
              </a:spcAft>
              <a:buClr>
                <a:schemeClr val="accent2"/>
              </a:buClr>
              <a:buSzPts val="4800"/>
              <a:buNone/>
              <a:defRPr sz="4800">
                <a:solidFill>
                  <a:schemeClr val="accent2"/>
                </a:solidFill>
              </a:defRPr>
            </a:lvl7pPr>
            <a:lvl8pPr lvl="7" rtl="0" algn="ctr">
              <a:spcBef>
                <a:spcPts val="0"/>
              </a:spcBef>
              <a:spcAft>
                <a:spcPts val="0"/>
              </a:spcAft>
              <a:buClr>
                <a:schemeClr val="accent2"/>
              </a:buClr>
              <a:buSzPts val="4800"/>
              <a:buNone/>
              <a:defRPr sz="4800">
                <a:solidFill>
                  <a:schemeClr val="accent2"/>
                </a:solidFill>
              </a:defRPr>
            </a:lvl8pPr>
            <a:lvl9pPr lvl="8" rtl="0" algn="ctr">
              <a:spcBef>
                <a:spcPts val="0"/>
              </a:spcBef>
              <a:spcAft>
                <a:spcPts val="0"/>
              </a:spcAft>
              <a:buClr>
                <a:schemeClr val="accent2"/>
              </a:buClr>
              <a:buSzPts val="4800"/>
              <a:buNone/>
              <a:defRPr sz="4800">
                <a:solidFill>
                  <a:schemeClr val="accent2"/>
                </a:solidFill>
              </a:defRPr>
            </a:lvl9pPr>
          </a:lstStyle>
          <a:p>
            <a:r>
              <a:t>xx%</a:t>
            </a:r>
          </a:p>
        </p:txBody>
      </p:sp>
      <p:sp>
        <p:nvSpPr>
          <p:cNvPr id="280" name="Google Shape;280;p34"/>
          <p:cNvSpPr txBox="1"/>
          <p:nvPr>
            <p:ph hasCustomPrompt="1" idx="8" type="title"/>
          </p:nvPr>
        </p:nvSpPr>
        <p:spPr>
          <a:xfrm>
            <a:off x="6883943" y="1989375"/>
            <a:ext cx="943200" cy="514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4800"/>
              <a:buNone/>
              <a:defRPr sz="2000">
                <a:solidFill>
                  <a:schemeClr val="accent1"/>
                </a:solidFill>
              </a:defRPr>
            </a:lvl1pPr>
            <a:lvl2pPr lvl="1" rtl="0" algn="ctr">
              <a:spcBef>
                <a:spcPts val="0"/>
              </a:spcBef>
              <a:spcAft>
                <a:spcPts val="0"/>
              </a:spcAft>
              <a:buClr>
                <a:schemeClr val="accent2"/>
              </a:buClr>
              <a:buSzPts val="4800"/>
              <a:buNone/>
              <a:defRPr sz="4800">
                <a:solidFill>
                  <a:schemeClr val="accent2"/>
                </a:solidFill>
              </a:defRPr>
            </a:lvl2pPr>
            <a:lvl3pPr lvl="2" rtl="0" algn="ctr">
              <a:spcBef>
                <a:spcPts val="0"/>
              </a:spcBef>
              <a:spcAft>
                <a:spcPts val="0"/>
              </a:spcAft>
              <a:buClr>
                <a:schemeClr val="accent2"/>
              </a:buClr>
              <a:buSzPts val="4800"/>
              <a:buNone/>
              <a:defRPr sz="4800">
                <a:solidFill>
                  <a:schemeClr val="accent2"/>
                </a:solidFill>
              </a:defRPr>
            </a:lvl3pPr>
            <a:lvl4pPr lvl="3" rtl="0" algn="ctr">
              <a:spcBef>
                <a:spcPts val="0"/>
              </a:spcBef>
              <a:spcAft>
                <a:spcPts val="0"/>
              </a:spcAft>
              <a:buClr>
                <a:schemeClr val="accent2"/>
              </a:buClr>
              <a:buSzPts val="4800"/>
              <a:buNone/>
              <a:defRPr sz="4800">
                <a:solidFill>
                  <a:schemeClr val="accent2"/>
                </a:solidFill>
              </a:defRPr>
            </a:lvl4pPr>
            <a:lvl5pPr lvl="4" rtl="0" algn="ctr">
              <a:spcBef>
                <a:spcPts val="0"/>
              </a:spcBef>
              <a:spcAft>
                <a:spcPts val="0"/>
              </a:spcAft>
              <a:buClr>
                <a:schemeClr val="accent2"/>
              </a:buClr>
              <a:buSzPts val="4800"/>
              <a:buNone/>
              <a:defRPr sz="4800">
                <a:solidFill>
                  <a:schemeClr val="accent2"/>
                </a:solidFill>
              </a:defRPr>
            </a:lvl5pPr>
            <a:lvl6pPr lvl="5" rtl="0" algn="ctr">
              <a:spcBef>
                <a:spcPts val="0"/>
              </a:spcBef>
              <a:spcAft>
                <a:spcPts val="0"/>
              </a:spcAft>
              <a:buClr>
                <a:schemeClr val="accent2"/>
              </a:buClr>
              <a:buSzPts val="4800"/>
              <a:buNone/>
              <a:defRPr sz="4800">
                <a:solidFill>
                  <a:schemeClr val="accent2"/>
                </a:solidFill>
              </a:defRPr>
            </a:lvl6pPr>
            <a:lvl7pPr lvl="6" rtl="0" algn="ctr">
              <a:spcBef>
                <a:spcPts val="0"/>
              </a:spcBef>
              <a:spcAft>
                <a:spcPts val="0"/>
              </a:spcAft>
              <a:buClr>
                <a:schemeClr val="accent2"/>
              </a:buClr>
              <a:buSzPts val="4800"/>
              <a:buNone/>
              <a:defRPr sz="4800">
                <a:solidFill>
                  <a:schemeClr val="accent2"/>
                </a:solidFill>
              </a:defRPr>
            </a:lvl7pPr>
            <a:lvl8pPr lvl="7" rtl="0" algn="ctr">
              <a:spcBef>
                <a:spcPts val="0"/>
              </a:spcBef>
              <a:spcAft>
                <a:spcPts val="0"/>
              </a:spcAft>
              <a:buClr>
                <a:schemeClr val="accent2"/>
              </a:buClr>
              <a:buSzPts val="4800"/>
              <a:buNone/>
              <a:defRPr sz="4800">
                <a:solidFill>
                  <a:schemeClr val="accent2"/>
                </a:solidFill>
              </a:defRPr>
            </a:lvl8pPr>
            <a:lvl9pPr lvl="8" rtl="0" algn="ctr">
              <a:spcBef>
                <a:spcPts val="0"/>
              </a:spcBef>
              <a:spcAft>
                <a:spcPts val="0"/>
              </a:spcAft>
              <a:buClr>
                <a:schemeClr val="accent2"/>
              </a:buClr>
              <a:buSzPts val="4800"/>
              <a:buNone/>
              <a:defRPr sz="4800">
                <a:solidFill>
                  <a:schemeClr val="accent2"/>
                </a:solidFill>
              </a:defRPr>
            </a:lvl9pPr>
          </a:lstStyle>
          <a:p>
            <a:r>
              <a:t>xx%</a:t>
            </a:r>
          </a:p>
        </p:txBody>
      </p:sp>
      <p:sp>
        <p:nvSpPr>
          <p:cNvPr id="281" name="Google Shape;281;p34"/>
          <p:cNvSpPr txBox="1"/>
          <p:nvPr>
            <p:ph idx="9"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2" name="Google Shape;282;p34"/>
          <p:cNvPicPr preferRelativeResize="0"/>
          <p:nvPr/>
        </p:nvPicPr>
        <p:blipFill rotWithShape="1">
          <a:blip r:embed="rId3">
            <a:alphaModFix amt="75000"/>
          </a:blip>
          <a:srcRect b="0" l="23312" r="0" t="17389"/>
          <a:stretch/>
        </p:blipFill>
        <p:spPr>
          <a:xfrm rot="5400000">
            <a:off x="5724725" y="522874"/>
            <a:ext cx="4342200" cy="2896400"/>
          </a:xfrm>
          <a:prstGeom prst="rect">
            <a:avLst/>
          </a:prstGeom>
          <a:noFill/>
          <a:ln>
            <a:noFill/>
          </a:ln>
        </p:spPr>
      </p:pic>
      <p:pic>
        <p:nvPicPr>
          <p:cNvPr id="283" name="Google Shape;283;p34"/>
          <p:cNvPicPr preferRelativeResize="0"/>
          <p:nvPr/>
        </p:nvPicPr>
        <p:blipFill rotWithShape="1">
          <a:blip r:embed="rId3">
            <a:alphaModFix amt="75000"/>
          </a:blip>
          <a:srcRect b="0" l="21488" r="0" t="20407"/>
          <a:stretch/>
        </p:blipFill>
        <p:spPr>
          <a:xfrm rot="-5399996">
            <a:off x="-852549" y="1514479"/>
            <a:ext cx="4529198" cy="2843144"/>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7">
    <p:spTree>
      <p:nvGrpSpPr>
        <p:cNvPr id="284" name="Shape 284"/>
        <p:cNvGrpSpPr/>
        <p:nvPr/>
      </p:nvGrpSpPr>
      <p:grpSpPr>
        <a:xfrm>
          <a:off x="0" y="0"/>
          <a:ext cx="0" cy="0"/>
          <a:chOff x="0" y="0"/>
          <a:chExt cx="0" cy="0"/>
        </a:xfrm>
      </p:grpSpPr>
      <p:pic>
        <p:nvPicPr>
          <p:cNvPr id="285" name="Google Shape;285;p35"/>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286" name="Google Shape;286;p35"/>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5"/>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5"/>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5"/>
          <p:cNvSpPr txBox="1"/>
          <p:nvPr>
            <p:ph type="title"/>
          </p:nvPr>
        </p:nvSpPr>
        <p:spPr>
          <a:xfrm>
            <a:off x="721575" y="540775"/>
            <a:ext cx="7704000" cy="5727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90" name="Google Shape;290;p35"/>
          <p:cNvPicPr preferRelativeResize="0"/>
          <p:nvPr/>
        </p:nvPicPr>
        <p:blipFill rotWithShape="1">
          <a:blip r:embed="rId3">
            <a:alphaModFix amt="75000"/>
          </a:blip>
          <a:srcRect b="0" l="26204" r="0" t="0"/>
          <a:stretch/>
        </p:blipFill>
        <p:spPr>
          <a:xfrm rot="-5400000">
            <a:off x="-785911" y="1937192"/>
            <a:ext cx="3611223" cy="3030000"/>
          </a:xfrm>
          <a:prstGeom prst="rect">
            <a:avLst/>
          </a:prstGeom>
          <a:noFill/>
          <a:ln>
            <a:noFill/>
          </a:ln>
        </p:spPr>
      </p:pic>
      <p:pic>
        <p:nvPicPr>
          <p:cNvPr id="291" name="Google Shape;291;p35"/>
          <p:cNvPicPr preferRelativeResize="0"/>
          <p:nvPr/>
        </p:nvPicPr>
        <p:blipFill rotWithShape="1">
          <a:blip r:embed="rId3">
            <a:alphaModFix amt="75000"/>
          </a:blip>
          <a:srcRect b="0" l="26335" r="0" t="537"/>
          <a:stretch/>
        </p:blipFill>
        <p:spPr>
          <a:xfrm rot="5400005">
            <a:off x="6372987" y="109689"/>
            <a:ext cx="3429100" cy="2866821"/>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8">
    <p:spTree>
      <p:nvGrpSpPr>
        <p:cNvPr id="292" name="Shape 292"/>
        <p:cNvGrpSpPr/>
        <p:nvPr/>
      </p:nvGrpSpPr>
      <p:grpSpPr>
        <a:xfrm>
          <a:off x="0" y="0"/>
          <a:ext cx="0" cy="0"/>
          <a:chOff x="0" y="0"/>
          <a:chExt cx="0" cy="0"/>
        </a:xfrm>
      </p:grpSpPr>
      <p:pic>
        <p:nvPicPr>
          <p:cNvPr id="293" name="Google Shape;293;p36"/>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294" name="Google Shape;294;p36"/>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6"/>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6"/>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6"/>
          <p:cNvSpPr txBox="1"/>
          <p:nvPr>
            <p:ph type="ctrTitle"/>
          </p:nvPr>
        </p:nvSpPr>
        <p:spPr>
          <a:xfrm>
            <a:off x="2243613" y="573100"/>
            <a:ext cx="4661700" cy="1155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200"/>
              <a:buNone/>
              <a:defRPr sz="7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98" name="Google Shape;298;p36"/>
          <p:cNvSpPr txBox="1"/>
          <p:nvPr>
            <p:ph idx="1" type="subTitle"/>
          </p:nvPr>
        </p:nvSpPr>
        <p:spPr>
          <a:xfrm>
            <a:off x="2243625" y="1723300"/>
            <a:ext cx="4661700" cy="11556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1400"/>
              <a:buNone/>
              <a:defRPr sz="1600">
                <a:solidFill>
                  <a:schemeClr val="lt1"/>
                </a:solidFill>
              </a:defRPr>
            </a:lvl1pPr>
            <a:lvl2pPr lvl="1" rtl="0" algn="ctr">
              <a:lnSpc>
                <a:spcPct val="100000"/>
              </a:lnSpc>
              <a:spcBef>
                <a:spcPts val="0"/>
              </a:spcBef>
              <a:spcAft>
                <a:spcPts val="0"/>
              </a:spcAft>
              <a:buClr>
                <a:schemeClr val="lt1"/>
              </a:buClr>
              <a:buSzPts val="1800"/>
              <a:buNone/>
              <a:defRPr sz="1800">
                <a:solidFill>
                  <a:schemeClr val="lt1"/>
                </a:solidFill>
              </a:defRPr>
            </a:lvl2pPr>
            <a:lvl3pPr lvl="2" rtl="0" algn="ctr">
              <a:lnSpc>
                <a:spcPct val="100000"/>
              </a:lnSpc>
              <a:spcBef>
                <a:spcPts val="0"/>
              </a:spcBef>
              <a:spcAft>
                <a:spcPts val="0"/>
              </a:spcAft>
              <a:buClr>
                <a:schemeClr val="lt1"/>
              </a:buClr>
              <a:buSzPts val="1800"/>
              <a:buNone/>
              <a:defRPr sz="1800">
                <a:solidFill>
                  <a:schemeClr val="lt1"/>
                </a:solidFill>
              </a:defRPr>
            </a:lvl3pPr>
            <a:lvl4pPr lvl="3" rtl="0" algn="ctr">
              <a:lnSpc>
                <a:spcPct val="100000"/>
              </a:lnSpc>
              <a:spcBef>
                <a:spcPts val="0"/>
              </a:spcBef>
              <a:spcAft>
                <a:spcPts val="0"/>
              </a:spcAft>
              <a:buClr>
                <a:schemeClr val="lt1"/>
              </a:buClr>
              <a:buSzPts val="1800"/>
              <a:buNone/>
              <a:defRPr sz="1800">
                <a:solidFill>
                  <a:schemeClr val="lt1"/>
                </a:solidFill>
              </a:defRPr>
            </a:lvl4pPr>
            <a:lvl5pPr lvl="4" rtl="0" algn="ctr">
              <a:lnSpc>
                <a:spcPct val="100000"/>
              </a:lnSpc>
              <a:spcBef>
                <a:spcPts val="0"/>
              </a:spcBef>
              <a:spcAft>
                <a:spcPts val="0"/>
              </a:spcAft>
              <a:buClr>
                <a:schemeClr val="lt1"/>
              </a:buClr>
              <a:buSzPts val="1800"/>
              <a:buNone/>
              <a:defRPr sz="1800">
                <a:solidFill>
                  <a:schemeClr val="lt1"/>
                </a:solidFill>
              </a:defRPr>
            </a:lvl5pPr>
            <a:lvl6pPr lvl="5" rtl="0" algn="ctr">
              <a:lnSpc>
                <a:spcPct val="100000"/>
              </a:lnSpc>
              <a:spcBef>
                <a:spcPts val="0"/>
              </a:spcBef>
              <a:spcAft>
                <a:spcPts val="0"/>
              </a:spcAft>
              <a:buClr>
                <a:schemeClr val="lt1"/>
              </a:buClr>
              <a:buSzPts val="1800"/>
              <a:buNone/>
              <a:defRPr sz="1800">
                <a:solidFill>
                  <a:schemeClr val="lt1"/>
                </a:solidFill>
              </a:defRPr>
            </a:lvl6pPr>
            <a:lvl7pPr lvl="6" rtl="0" algn="ctr">
              <a:lnSpc>
                <a:spcPct val="100000"/>
              </a:lnSpc>
              <a:spcBef>
                <a:spcPts val="0"/>
              </a:spcBef>
              <a:spcAft>
                <a:spcPts val="0"/>
              </a:spcAft>
              <a:buClr>
                <a:schemeClr val="lt1"/>
              </a:buClr>
              <a:buSzPts val="1800"/>
              <a:buNone/>
              <a:defRPr sz="1800">
                <a:solidFill>
                  <a:schemeClr val="lt1"/>
                </a:solidFill>
              </a:defRPr>
            </a:lvl7pPr>
            <a:lvl8pPr lvl="7" rtl="0" algn="ctr">
              <a:lnSpc>
                <a:spcPct val="100000"/>
              </a:lnSpc>
              <a:spcBef>
                <a:spcPts val="0"/>
              </a:spcBef>
              <a:spcAft>
                <a:spcPts val="0"/>
              </a:spcAft>
              <a:buClr>
                <a:schemeClr val="lt1"/>
              </a:buClr>
              <a:buSzPts val="1800"/>
              <a:buNone/>
              <a:defRPr sz="1800">
                <a:solidFill>
                  <a:schemeClr val="lt1"/>
                </a:solidFill>
              </a:defRPr>
            </a:lvl8pPr>
            <a:lvl9pPr lvl="8" rtl="0" algn="ctr">
              <a:lnSpc>
                <a:spcPct val="100000"/>
              </a:lnSpc>
              <a:spcBef>
                <a:spcPts val="0"/>
              </a:spcBef>
              <a:spcAft>
                <a:spcPts val="0"/>
              </a:spcAft>
              <a:buClr>
                <a:schemeClr val="lt1"/>
              </a:buClr>
              <a:buSzPts val="1800"/>
              <a:buNone/>
              <a:defRPr sz="1800">
                <a:solidFill>
                  <a:schemeClr val="lt1"/>
                </a:solidFill>
              </a:defRPr>
            </a:lvl9pPr>
          </a:lstStyle>
          <a:p/>
        </p:txBody>
      </p:sp>
      <p:sp>
        <p:nvSpPr>
          <p:cNvPr id="299" name="Google Shape;299;p36"/>
          <p:cNvSpPr txBox="1"/>
          <p:nvPr/>
        </p:nvSpPr>
        <p:spPr>
          <a:xfrm>
            <a:off x="2072100" y="4182850"/>
            <a:ext cx="4999800" cy="420600"/>
          </a:xfrm>
          <a:prstGeom prst="rect">
            <a:avLst/>
          </a:prstGeom>
          <a:noFill/>
          <a:ln>
            <a:noFill/>
          </a:ln>
        </p:spPr>
        <p:txBody>
          <a:bodyPr anchorCtr="0" anchor="b" bIns="0" lIns="91425" spcFirstLastPara="1" rIns="0" wrap="square" tIns="0">
            <a:noAutofit/>
          </a:bodyPr>
          <a:lstStyle/>
          <a:p>
            <a:pPr indent="0" lvl="0" marL="0" rtl="0" algn="ctr">
              <a:lnSpc>
                <a:spcPct val="100000"/>
              </a:lnSpc>
              <a:spcBef>
                <a:spcPts val="300"/>
              </a:spcBef>
              <a:spcAft>
                <a:spcPts val="0"/>
              </a:spcAft>
              <a:buNone/>
            </a:pPr>
            <a:r>
              <a:rPr lang="en" sz="1200">
                <a:solidFill>
                  <a:schemeClr val="lt1"/>
                </a:solidFill>
                <a:latin typeface="Karla"/>
                <a:ea typeface="Karla"/>
                <a:cs typeface="Karla"/>
                <a:sym typeface="Karla"/>
              </a:rPr>
              <a:t>CREDITS: This presentation template was created by </a:t>
            </a:r>
            <a:r>
              <a:rPr b="1" lang="en" sz="1200">
                <a:solidFill>
                  <a:schemeClr val="lt1"/>
                </a:solidFill>
                <a:uFill>
                  <a:noFill/>
                </a:uFill>
                <a:latin typeface="Karla"/>
                <a:ea typeface="Karla"/>
                <a:cs typeface="Karla"/>
                <a:sym typeface="Karla"/>
                <a:hlinkClick r:id="rId3">
                  <a:extLst>
                    <a:ext uri="{A12FA001-AC4F-418D-AE19-62706E023703}">
                      <ahyp:hlinkClr val="tx"/>
                    </a:ext>
                  </a:extLst>
                </a:hlinkClick>
              </a:rPr>
              <a:t>Slidesgo</a:t>
            </a:r>
            <a:r>
              <a:rPr lang="en" sz="1200">
                <a:solidFill>
                  <a:schemeClr val="lt1"/>
                </a:solidFill>
                <a:latin typeface="Karla"/>
                <a:ea typeface="Karla"/>
                <a:cs typeface="Karla"/>
                <a:sym typeface="Karla"/>
              </a:rPr>
              <a:t>, and includes icons by </a:t>
            </a:r>
            <a:r>
              <a:rPr b="1" lang="en" sz="1200">
                <a:solidFill>
                  <a:schemeClr val="lt1"/>
                </a:solidFill>
                <a:uFill>
                  <a:noFill/>
                </a:uFill>
                <a:latin typeface="Karla"/>
                <a:ea typeface="Karla"/>
                <a:cs typeface="Karla"/>
                <a:sym typeface="Karla"/>
                <a:hlinkClick r:id="rId4">
                  <a:extLst>
                    <a:ext uri="{A12FA001-AC4F-418D-AE19-62706E023703}">
                      <ahyp:hlinkClr val="tx"/>
                    </a:ext>
                  </a:extLst>
                </a:hlinkClick>
              </a:rPr>
              <a:t>Flaticon</a:t>
            </a:r>
            <a:r>
              <a:rPr lang="en" sz="1200">
                <a:solidFill>
                  <a:schemeClr val="lt1"/>
                </a:solidFill>
                <a:latin typeface="Karla"/>
                <a:ea typeface="Karla"/>
                <a:cs typeface="Karla"/>
                <a:sym typeface="Karla"/>
              </a:rPr>
              <a:t> and infographics &amp; images by </a:t>
            </a:r>
            <a:r>
              <a:rPr b="1" lang="en" sz="1200">
                <a:solidFill>
                  <a:schemeClr val="lt1"/>
                </a:solidFill>
                <a:uFill>
                  <a:noFill/>
                </a:uFill>
                <a:latin typeface="Karla"/>
                <a:ea typeface="Karla"/>
                <a:cs typeface="Karla"/>
                <a:sym typeface="Karla"/>
                <a:hlinkClick r:id="rId5">
                  <a:extLst>
                    <a:ext uri="{A12FA001-AC4F-418D-AE19-62706E023703}">
                      <ahyp:hlinkClr val="tx"/>
                    </a:ext>
                  </a:extLst>
                </a:hlinkClick>
              </a:rPr>
              <a:t>Freepik</a:t>
            </a:r>
            <a:endParaRPr b="1" sz="1200">
              <a:solidFill>
                <a:schemeClr val="lt1"/>
              </a:solidFill>
              <a:latin typeface="Karla"/>
              <a:ea typeface="Karla"/>
              <a:cs typeface="Karla"/>
              <a:sym typeface="Karla"/>
            </a:endParaRPr>
          </a:p>
        </p:txBody>
      </p:sp>
      <p:pic>
        <p:nvPicPr>
          <p:cNvPr id="300" name="Google Shape;300;p36"/>
          <p:cNvPicPr preferRelativeResize="0"/>
          <p:nvPr/>
        </p:nvPicPr>
        <p:blipFill rotWithShape="1">
          <a:blip r:embed="rId6">
            <a:alphaModFix amt="75000"/>
          </a:blip>
          <a:srcRect b="0" l="18320" r="0" t="0"/>
          <a:stretch/>
        </p:blipFill>
        <p:spPr>
          <a:xfrm rot="5400000">
            <a:off x="5077976" y="347474"/>
            <a:ext cx="5076823" cy="3848475"/>
          </a:xfrm>
          <a:prstGeom prst="rect">
            <a:avLst/>
          </a:prstGeom>
          <a:noFill/>
          <a:ln>
            <a:noFill/>
          </a:ln>
        </p:spPr>
      </p:pic>
      <p:pic>
        <p:nvPicPr>
          <p:cNvPr id="301" name="Google Shape;301;p36"/>
          <p:cNvPicPr preferRelativeResize="0"/>
          <p:nvPr/>
        </p:nvPicPr>
        <p:blipFill rotWithShape="1">
          <a:blip r:embed="rId6">
            <a:alphaModFix amt="75000"/>
          </a:blip>
          <a:srcRect b="0" l="14258" r="0" t="537"/>
          <a:stretch/>
        </p:blipFill>
        <p:spPr>
          <a:xfrm rot="-5399997">
            <a:off x="-1076912" y="756716"/>
            <a:ext cx="5372099" cy="3858670"/>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8">
    <p:spTree>
      <p:nvGrpSpPr>
        <p:cNvPr id="302" name="Shape 302"/>
        <p:cNvGrpSpPr/>
        <p:nvPr/>
      </p:nvGrpSpPr>
      <p:grpSpPr>
        <a:xfrm>
          <a:off x="0" y="0"/>
          <a:ext cx="0" cy="0"/>
          <a:chOff x="0" y="0"/>
          <a:chExt cx="0" cy="0"/>
        </a:xfrm>
      </p:grpSpPr>
      <p:pic>
        <p:nvPicPr>
          <p:cNvPr id="303" name="Google Shape;303;p37"/>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304" name="Google Shape;304;p37"/>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7"/>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7"/>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7" name="Google Shape;307;p37"/>
          <p:cNvPicPr preferRelativeResize="0"/>
          <p:nvPr/>
        </p:nvPicPr>
        <p:blipFill rotWithShape="1">
          <a:blip r:embed="rId3">
            <a:alphaModFix amt="75000"/>
          </a:blip>
          <a:srcRect b="0" l="23664" r="0" t="13299"/>
          <a:stretch/>
        </p:blipFill>
        <p:spPr>
          <a:xfrm>
            <a:off x="9525" y="-156200"/>
            <a:ext cx="4171950" cy="2933699"/>
          </a:xfrm>
          <a:prstGeom prst="rect">
            <a:avLst/>
          </a:prstGeom>
          <a:noFill/>
          <a:ln>
            <a:noFill/>
          </a:ln>
        </p:spPr>
      </p:pic>
      <p:pic>
        <p:nvPicPr>
          <p:cNvPr id="308" name="Google Shape;308;p37"/>
          <p:cNvPicPr preferRelativeResize="0"/>
          <p:nvPr/>
        </p:nvPicPr>
        <p:blipFill rotWithShape="1">
          <a:blip r:embed="rId3">
            <a:alphaModFix amt="75000"/>
          </a:blip>
          <a:srcRect b="0" l="21334" r="0" t="3883"/>
          <a:stretch/>
        </p:blipFill>
        <p:spPr>
          <a:xfrm rot="-10799995">
            <a:off x="5739700" y="2603702"/>
            <a:ext cx="3747200" cy="2835070"/>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8_1">
    <p:spTree>
      <p:nvGrpSpPr>
        <p:cNvPr id="309" name="Shape 309"/>
        <p:cNvGrpSpPr/>
        <p:nvPr/>
      </p:nvGrpSpPr>
      <p:grpSpPr>
        <a:xfrm>
          <a:off x="0" y="0"/>
          <a:ext cx="0" cy="0"/>
          <a:chOff x="0" y="0"/>
          <a:chExt cx="0" cy="0"/>
        </a:xfrm>
      </p:grpSpPr>
      <p:pic>
        <p:nvPicPr>
          <p:cNvPr id="310" name="Google Shape;310;p38"/>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311" name="Google Shape;311;p38"/>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8"/>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8"/>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4" name="Google Shape;314;p38"/>
          <p:cNvPicPr preferRelativeResize="0"/>
          <p:nvPr/>
        </p:nvPicPr>
        <p:blipFill rotWithShape="1">
          <a:blip r:embed="rId3">
            <a:alphaModFix amt="75000"/>
          </a:blip>
          <a:srcRect b="0" l="20356" r="0" t="0"/>
          <a:stretch/>
        </p:blipFill>
        <p:spPr>
          <a:xfrm rot="5400000">
            <a:off x="4631025" y="510125"/>
            <a:ext cx="5524500" cy="4294700"/>
          </a:xfrm>
          <a:prstGeom prst="rect">
            <a:avLst/>
          </a:prstGeom>
          <a:noFill/>
          <a:ln>
            <a:noFill/>
          </a:ln>
        </p:spPr>
      </p:pic>
      <p:pic>
        <p:nvPicPr>
          <p:cNvPr id="315" name="Google Shape;315;p38"/>
          <p:cNvPicPr preferRelativeResize="0"/>
          <p:nvPr/>
        </p:nvPicPr>
        <p:blipFill rotWithShape="1">
          <a:blip r:embed="rId3">
            <a:alphaModFix amt="75000"/>
          </a:blip>
          <a:srcRect b="0" l="16645" r="0" t="537"/>
          <a:stretch/>
        </p:blipFill>
        <p:spPr>
          <a:xfrm rot="-5399997">
            <a:off x="-1058539" y="294014"/>
            <a:ext cx="5654502" cy="4177819"/>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19" name="Shape 319"/>
        <p:cNvGrpSpPr/>
        <p:nvPr/>
      </p:nvGrpSpPr>
      <p:grpSpPr>
        <a:xfrm>
          <a:off x="0" y="0"/>
          <a:ext cx="0" cy="0"/>
          <a:chOff x="0" y="0"/>
          <a:chExt cx="0" cy="0"/>
        </a:xfrm>
      </p:grpSpPr>
      <p:pic>
        <p:nvPicPr>
          <p:cNvPr id="320" name="Google Shape;320;p40"/>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321" name="Google Shape;321;p40"/>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40"/>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40"/>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40"/>
          <p:cNvSpPr txBox="1"/>
          <p:nvPr>
            <p:ph type="ctrTitle"/>
          </p:nvPr>
        </p:nvSpPr>
        <p:spPr>
          <a:xfrm>
            <a:off x="1625850" y="1317528"/>
            <a:ext cx="5892300" cy="2358300"/>
          </a:xfrm>
          <a:prstGeom prst="rect">
            <a:avLst/>
          </a:prstGeom>
          <a:noFill/>
        </p:spPr>
        <p:txBody>
          <a:bodyPr anchorCtr="0" anchor="ctr" bIns="91425" lIns="91425" spcFirstLastPara="1" rIns="91425" wrap="square" tIns="91425">
            <a:noAutofit/>
          </a:bodyPr>
          <a:lstStyle>
            <a:lvl1pPr lvl="0" rtl="0" algn="ctr">
              <a:lnSpc>
                <a:spcPct val="90000"/>
              </a:lnSpc>
              <a:spcBef>
                <a:spcPts val="0"/>
              </a:spcBef>
              <a:spcAft>
                <a:spcPts val="0"/>
              </a:spcAft>
              <a:buSzPts val="5200"/>
              <a:buNone/>
              <a:defRPr sz="4500">
                <a:latin typeface="Audiowide"/>
                <a:ea typeface="Audiowide"/>
                <a:cs typeface="Audiowide"/>
                <a:sym typeface="Audiowide"/>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325" name="Google Shape;325;p40"/>
          <p:cNvSpPr txBox="1"/>
          <p:nvPr>
            <p:ph idx="1" type="subTitle"/>
          </p:nvPr>
        </p:nvSpPr>
        <p:spPr>
          <a:xfrm>
            <a:off x="1625850" y="3778500"/>
            <a:ext cx="5892300" cy="473700"/>
          </a:xfrm>
          <a:prstGeom prst="rect">
            <a:avLst/>
          </a:prstGeom>
          <a:noFill/>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solidFill>
                  <a:schemeClr val="lt1"/>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pic>
        <p:nvPicPr>
          <p:cNvPr id="326" name="Google Shape;326;p40"/>
          <p:cNvPicPr preferRelativeResize="0"/>
          <p:nvPr/>
        </p:nvPicPr>
        <p:blipFill>
          <a:blip r:embed="rId3">
            <a:alphaModFix amt="75000"/>
          </a:blip>
          <a:stretch>
            <a:fillRect/>
          </a:stretch>
        </p:blipFill>
        <p:spPr>
          <a:xfrm>
            <a:off x="-1011050" y="-447675"/>
            <a:ext cx="5892301" cy="3648150"/>
          </a:xfrm>
          <a:prstGeom prst="rect">
            <a:avLst/>
          </a:prstGeom>
          <a:noFill/>
          <a:ln>
            <a:noFill/>
          </a:ln>
        </p:spPr>
      </p:pic>
      <p:pic>
        <p:nvPicPr>
          <p:cNvPr id="327" name="Google Shape;327;p40"/>
          <p:cNvPicPr preferRelativeResize="0"/>
          <p:nvPr/>
        </p:nvPicPr>
        <p:blipFill>
          <a:blip r:embed="rId3">
            <a:alphaModFix amt="75000"/>
          </a:blip>
          <a:stretch>
            <a:fillRect/>
          </a:stretch>
        </p:blipFill>
        <p:spPr>
          <a:xfrm rot="10800000">
            <a:off x="4261050" y="1962150"/>
            <a:ext cx="5892301" cy="3648150"/>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8" name="Shape 328"/>
        <p:cNvGrpSpPr/>
        <p:nvPr/>
      </p:nvGrpSpPr>
      <p:grpSpPr>
        <a:xfrm>
          <a:off x="0" y="0"/>
          <a:ext cx="0" cy="0"/>
          <a:chOff x="0" y="0"/>
          <a:chExt cx="0" cy="0"/>
        </a:xfrm>
      </p:grpSpPr>
      <p:pic>
        <p:nvPicPr>
          <p:cNvPr id="329" name="Google Shape;329;p41"/>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330" name="Google Shape;330;p41"/>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41"/>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41"/>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1"/>
          <p:cNvSpPr txBox="1"/>
          <p:nvPr>
            <p:ph type="title"/>
          </p:nvPr>
        </p:nvSpPr>
        <p:spPr>
          <a:xfrm>
            <a:off x="4491888" y="1682463"/>
            <a:ext cx="3312300" cy="11130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700">
                <a:solidFill>
                  <a:schemeClr val="accent1"/>
                </a:solidFill>
              </a:defRPr>
            </a:lvl1pPr>
            <a:lvl2pPr lvl="1" rtl="0" algn="ctr">
              <a:spcBef>
                <a:spcPts val="0"/>
              </a:spcBef>
              <a:spcAft>
                <a:spcPts val="0"/>
              </a:spcAft>
              <a:buClr>
                <a:schemeClr val="lt1"/>
              </a:buClr>
              <a:buSzPts val="3600"/>
              <a:buNone/>
              <a:defRPr sz="3600">
                <a:solidFill>
                  <a:schemeClr val="lt1"/>
                </a:solidFill>
              </a:defRPr>
            </a:lvl2pPr>
            <a:lvl3pPr lvl="2" rtl="0" algn="ctr">
              <a:spcBef>
                <a:spcPts val="0"/>
              </a:spcBef>
              <a:spcAft>
                <a:spcPts val="0"/>
              </a:spcAft>
              <a:buClr>
                <a:schemeClr val="lt1"/>
              </a:buClr>
              <a:buSzPts val="3600"/>
              <a:buNone/>
              <a:defRPr sz="3600">
                <a:solidFill>
                  <a:schemeClr val="lt1"/>
                </a:solidFill>
              </a:defRPr>
            </a:lvl3pPr>
            <a:lvl4pPr lvl="3" rtl="0" algn="ctr">
              <a:spcBef>
                <a:spcPts val="0"/>
              </a:spcBef>
              <a:spcAft>
                <a:spcPts val="0"/>
              </a:spcAft>
              <a:buClr>
                <a:schemeClr val="lt1"/>
              </a:buClr>
              <a:buSzPts val="3600"/>
              <a:buNone/>
              <a:defRPr sz="3600">
                <a:solidFill>
                  <a:schemeClr val="lt1"/>
                </a:solidFill>
              </a:defRPr>
            </a:lvl4pPr>
            <a:lvl5pPr lvl="4" rtl="0" algn="ctr">
              <a:spcBef>
                <a:spcPts val="0"/>
              </a:spcBef>
              <a:spcAft>
                <a:spcPts val="0"/>
              </a:spcAft>
              <a:buClr>
                <a:schemeClr val="lt1"/>
              </a:buClr>
              <a:buSzPts val="3600"/>
              <a:buNone/>
              <a:defRPr sz="3600">
                <a:solidFill>
                  <a:schemeClr val="lt1"/>
                </a:solidFill>
              </a:defRPr>
            </a:lvl5pPr>
            <a:lvl6pPr lvl="5" rtl="0" algn="ctr">
              <a:spcBef>
                <a:spcPts val="0"/>
              </a:spcBef>
              <a:spcAft>
                <a:spcPts val="0"/>
              </a:spcAft>
              <a:buClr>
                <a:schemeClr val="lt1"/>
              </a:buClr>
              <a:buSzPts val="3600"/>
              <a:buNone/>
              <a:defRPr sz="3600">
                <a:solidFill>
                  <a:schemeClr val="lt1"/>
                </a:solidFill>
              </a:defRPr>
            </a:lvl6pPr>
            <a:lvl7pPr lvl="6" rtl="0" algn="ctr">
              <a:spcBef>
                <a:spcPts val="0"/>
              </a:spcBef>
              <a:spcAft>
                <a:spcPts val="0"/>
              </a:spcAft>
              <a:buClr>
                <a:schemeClr val="lt1"/>
              </a:buClr>
              <a:buSzPts val="3600"/>
              <a:buNone/>
              <a:defRPr sz="3600">
                <a:solidFill>
                  <a:schemeClr val="lt1"/>
                </a:solidFill>
              </a:defRPr>
            </a:lvl7pPr>
            <a:lvl8pPr lvl="7" rtl="0" algn="ctr">
              <a:spcBef>
                <a:spcPts val="0"/>
              </a:spcBef>
              <a:spcAft>
                <a:spcPts val="0"/>
              </a:spcAft>
              <a:buClr>
                <a:schemeClr val="lt1"/>
              </a:buClr>
              <a:buSzPts val="3600"/>
              <a:buNone/>
              <a:defRPr sz="3600">
                <a:solidFill>
                  <a:schemeClr val="lt1"/>
                </a:solidFill>
              </a:defRPr>
            </a:lvl8pPr>
            <a:lvl9pPr lvl="8" rtl="0" algn="ctr">
              <a:spcBef>
                <a:spcPts val="0"/>
              </a:spcBef>
              <a:spcAft>
                <a:spcPts val="0"/>
              </a:spcAft>
              <a:buClr>
                <a:schemeClr val="lt1"/>
              </a:buClr>
              <a:buSzPts val="3600"/>
              <a:buNone/>
              <a:defRPr sz="3600">
                <a:solidFill>
                  <a:schemeClr val="lt1"/>
                </a:solidFill>
              </a:defRPr>
            </a:lvl9pPr>
          </a:lstStyle>
          <a:p/>
        </p:txBody>
      </p:sp>
      <p:sp>
        <p:nvSpPr>
          <p:cNvPr id="334" name="Google Shape;334;p41"/>
          <p:cNvSpPr txBox="1"/>
          <p:nvPr>
            <p:ph idx="1" type="subTitle"/>
          </p:nvPr>
        </p:nvSpPr>
        <p:spPr>
          <a:xfrm>
            <a:off x="4491888" y="2851113"/>
            <a:ext cx="3312300" cy="60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None/>
              <a:defRPr sz="16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335" name="Google Shape;335;p41"/>
          <p:cNvSpPr txBox="1"/>
          <p:nvPr>
            <p:ph hasCustomPrompt="1" idx="2" type="title"/>
          </p:nvPr>
        </p:nvSpPr>
        <p:spPr>
          <a:xfrm>
            <a:off x="1931113" y="1872250"/>
            <a:ext cx="1728900" cy="11886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6000"/>
              <a:buNone/>
              <a:defRPr sz="82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pic>
        <p:nvPicPr>
          <p:cNvPr id="336" name="Google Shape;336;p41"/>
          <p:cNvPicPr preferRelativeResize="0"/>
          <p:nvPr/>
        </p:nvPicPr>
        <p:blipFill>
          <a:blip r:embed="rId3">
            <a:alphaModFix amt="75000"/>
          </a:blip>
          <a:stretch>
            <a:fillRect/>
          </a:stretch>
        </p:blipFill>
        <p:spPr>
          <a:xfrm>
            <a:off x="-1015800" y="-419100"/>
            <a:ext cx="6190054" cy="3832501"/>
          </a:xfrm>
          <a:prstGeom prst="rect">
            <a:avLst/>
          </a:prstGeom>
          <a:noFill/>
          <a:ln>
            <a:noFill/>
          </a:ln>
        </p:spPr>
      </p:pic>
      <p:pic>
        <p:nvPicPr>
          <p:cNvPr id="337" name="Google Shape;337;p41"/>
          <p:cNvPicPr preferRelativeResize="0"/>
          <p:nvPr/>
        </p:nvPicPr>
        <p:blipFill>
          <a:blip r:embed="rId3">
            <a:alphaModFix amt="75000"/>
          </a:blip>
          <a:stretch>
            <a:fillRect/>
          </a:stretch>
        </p:blipFill>
        <p:spPr>
          <a:xfrm rot="10800000">
            <a:off x="4352926" y="1967775"/>
            <a:ext cx="5790899" cy="3585375"/>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38" name="Shape 338"/>
        <p:cNvGrpSpPr/>
        <p:nvPr/>
      </p:nvGrpSpPr>
      <p:grpSpPr>
        <a:xfrm>
          <a:off x="0" y="0"/>
          <a:ext cx="0" cy="0"/>
          <a:chOff x="0" y="0"/>
          <a:chExt cx="0" cy="0"/>
        </a:xfrm>
      </p:grpSpPr>
      <p:pic>
        <p:nvPicPr>
          <p:cNvPr id="339" name="Google Shape;339;p42"/>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340" name="Google Shape;340;p42"/>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42"/>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42"/>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42"/>
          <p:cNvSpPr txBox="1"/>
          <p:nvPr>
            <p:ph idx="1" type="body"/>
          </p:nvPr>
        </p:nvSpPr>
        <p:spPr>
          <a:xfrm>
            <a:off x="720000" y="1168463"/>
            <a:ext cx="7704000" cy="572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AutoNum type="arabicPeriod"/>
              <a:defRPr sz="1200"/>
            </a:lvl1pPr>
            <a:lvl2pPr indent="-317500" lvl="1" marL="914400" rtl="0">
              <a:spcBef>
                <a:spcPts val="0"/>
              </a:spcBef>
              <a:spcAft>
                <a:spcPts val="0"/>
              </a:spcAft>
              <a:buSzPts val="1400"/>
              <a:buAutoNum type="alphaLcPeriod"/>
              <a:defRPr/>
            </a:lvl2pPr>
            <a:lvl3pPr indent="-317500" lvl="2" marL="1371600" rtl="0">
              <a:spcBef>
                <a:spcPts val="0"/>
              </a:spcBef>
              <a:spcAft>
                <a:spcPts val="0"/>
              </a:spcAft>
              <a:buSzPts val="1400"/>
              <a:buAutoNum type="romanLcPeriod"/>
              <a:defRPr/>
            </a:lvl3pPr>
            <a:lvl4pPr indent="-317500" lvl="3" marL="1828800" rtl="0">
              <a:spcBef>
                <a:spcPts val="0"/>
              </a:spcBef>
              <a:spcAft>
                <a:spcPts val="0"/>
              </a:spcAft>
              <a:buSzPts val="1400"/>
              <a:buAutoNum type="arabicPeriod"/>
              <a:defRPr/>
            </a:lvl4pPr>
            <a:lvl5pPr indent="-317500" lvl="4" marL="2286000" rtl="0">
              <a:spcBef>
                <a:spcPts val="0"/>
              </a:spcBef>
              <a:spcAft>
                <a:spcPts val="0"/>
              </a:spcAft>
              <a:buSzPts val="1400"/>
              <a:buAutoNum type="alphaLcPeriod"/>
              <a:defRPr/>
            </a:lvl5pPr>
            <a:lvl6pPr indent="-317500" lvl="5" marL="2743200" rtl="0">
              <a:spcBef>
                <a:spcPts val="0"/>
              </a:spcBef>
              <a:spcAft>
                <a:spcPts val="0"/>
              </a:spcAft>
              <a:buSzPts val="1400"/>
              <a:buAutoNum type="romanLcPeriod"/>
              <a:defRPr/>
            </a:lvl6pPr>
            <a:lvl7pPr indent="-317500" lvl="6" marL="3200400" rtl="0">
              <a:spcBef>
                <a:spcPts val="0"/>
              </a:spcBef>
              <a:spcAft>
                <a:spcPts val="0"/>
              </a:spcAft>
              <a:buSzPts val="1400"/>
              <a:buAutoNum type="arabicPeriod"/>
              <a:defRPr/>
            </a:lvl7pPr>
            <a:lvl8pPr indent="-317500" lvl="7" marL="3657600" rtl="0">
              <a:spcBef>
                <a:spcPts val="0"/>
              </a:spcBef>
              <a:spcAft>
                <a:spcPts val="0"/>
              </a:spcAft>
              <a:buSzPts val="1400"/>
              <a:buAutoNum type="alphaLcPeriod"/>
              <a:defRPr/>
            </a:lvl8pPr>
            <a:lvl9pPr indent="-317500" lvl="8" marL="4114800" rtl="0">
              <a:spcBef>
                <a:spcPts val="0"/>
              </a:spcBef>
              <a:spcAft>
                <a:spcPts val="0"/>
              </a:spcAft>
              <a:buSzPts val="1400"/>
              <a:buAutoNum type="romanLcPeriod"/>
              <a:defRPr/>
            </a:lvl9pPr>
          </a:lstStyle>
          <a:p/>
        </p:txBody>
      </p:sp>
      <p:pic>
        <p:nvPicPr>
          <p:cNvPr id="344" name="Google Shape;344;p42"/>
          <p:cNvPicPr preferRelativeResize="0"/>
          <p:nvPr/>
        </p:nvPicPr>
        <p:blipFill>
          <a:blip r:embed="rId3">
            <a:alphaModFix amt="75000"/>
          </a:blip>
          <a:stretch>
            <a:fillRect/>
          </a:stretch>
        </p:blipFill>
        <p:spPr>
          <a:xfrm>
            <a:off x="-825300" y="-371475"/>
            <a:ext cx="4857272" cy="3007325"/>
          </a:xfrm>
          <a:prstGeom prst="rect">
            <a:avLst/>
          </a:prstGeom>
          <a:noFill/>
          <a:ln>
            <a:noFill/>
          </a:ln>
        </p:spPr>
      </p:pic>
      <p:pic>
        <p:nvPicPr>
          <p:cNvPr id="345" name="Google Shape;345;p42"/>
          <p:cNvPicPr preferRelativeResize="0"/>
          <p:nvPr/>
        </p:nvPicPr>
        <p:blipFill>
          <a:blip r:embed="rId3">
            <a:alphaModFix amt="75000"/>
          </a:blip>
          <a:stretch>
            <a:fillRect/>
          </a:stretch>
        </p:blipFill>
        <p:spPr>
          <a:xfrm rot="10800000">
            <a:off x="5048253" y="2398274"/>
            <a:ext cx="5095572" cy="3154876"/>
          </a:xfrm>
          <a:prstGeom prst="rect">
            <a:avLst/>
          </a:prstGeom>
          <a:noFill/>
          <a:ln>
            <a:noFill/>
          </a:ln>
        </p:spPr>
      </p:pic>
      <p:sp>
        <p:nvSpPr>
          <p:cNvPr id="346" name="Google Shape;346;p42"/>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47" name="Shape 347"/>
        <p:cNvGrpSpPr/>
        <p:nvPr/>
      </p:nvGrpSpPr>
      <p:grpSpPr>
        <a:xfrm>
          <a:off x="0" y="0"/>
          <a:ext cx="0" cy="0"/>
          <a:chOff x="0" y="0"/>
          <a:chExt cx="0" cy="0"/>
        </a:xfrm>
      </p:grpSpPr>
      <p:pic>
        <p:nvPicPr>
          <p:cNvPr id="348" name="Google Shape;348;p43"/>
          <p:cNvPicPr preferRelativeResize="0"/>
          <p:nvPr/>
        </p:nvPicPr>
        <p:blipFill rotWithShape="1">
          <a:blip r:embed="rId2">
            <a:alphaModFix amt="75000"/>
          </a:blip>
          <a:srcRect b="0" l="17266" r="0" t="16652"/>
          <a:stretch/>
        </p:blipFill>
        <p:spPr>
          <a:xfrm rot="10800000">
            <a:off x="4688049" y="2278552"/>
            <a:ext cx="4684549" cy="2922100"/>
          </a:xfrm>
          <a:prstGeom prst="rect">
            <a:avLst/>
          </a:prstGeom>
          <a:noFill/>
          <a:ln>
            <a:noFill/>
          </a:ln>
        </p:spPr>
      </p:pic>
      <p:pic>
        <p:nvPicPr>
          <p:cNvPr id="349" name="Google Shape;349;p43"/>
          <p:cNvPicPr preferRelativeResize="0"/>
          <p:nvPr/>
        </p:nvPicPr>
        <p:blipFill rotWithShape="1">
          <a:blip r:embed="rId2">
            <a:alphaModFix amt="75000"/>
          </a:blip>
          <a:srcRect b="0" l="16618" r="0" t="14668"/>
          <a:stretch/>
        </p:blipFill>
        <p:spPr>
          <a:xfrm rot="4">
            <a:off x="-57150" y="-190497"/>
            <a:ext cx="4810127" cy="3047996"/>
          </a:xfrm>
          <a:prstGeom prst="rect">
            <a:avLst/>
          </a:prstGeom>
          <a:noFill/>
          <a:ln>
            <a:noFill/>
          </a:ln>
        </p:spPr>
      </p:pic>
      <p:pic>
        <p:nvPicPr>
          <p:cNvPr id="350" name="Google Shape;350;p43"/>
          <p:cNvPicPr preferRelativeResize="0"/>
          <p:nvPr/>
        </p:nvPicPr>
        <p:blipFill rotWithShape="1">
          <a:blip r:embed="rId3">
            <a:alphaModFix/>
          </a:blip>
          <a:srcRect b="17753" l="0" r="0" t="1620"/>
          <a:stretch/>
        </p:blipFill>
        <p:spPr>
          <a:xfrm>
            <a:off x="-181700" y="-257175"/>
            <a:ext cx="9649551" cy="5667373"/>
          </a:xfrm>
          <a:prstGeom prst="rect">
            <a:avLst/>
          </a:prstGeom>
          <a:noFill/>
          <a:ln>
            <a:noFill/>
          </a:ln>
        </p:spPr>
      </p:pic>
      <p:sp>
        <p:nvSpPr>
          <p:cNvPr id="351" name="Google Shape;351;p43"/>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43"/>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43"/>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43"/>
          <p:cNvSpPr txBox="1"/>
          <p:nvPr>
            <p:ph type="title"/>
          </p:nvPr>
        </p:nvSpPr>
        <p:spPr>
          <a:xfrm>
            <a:off x="720000" y="540000"/>
            <a:ext cx="77043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5" name="Google Shape;355;p43"/>
          <p:cNvSpPr txBox="1"/>
          <p:nvPr>
            <p:ph idx="1" type="subTitle"/>
          </p:nvPr>
        </p:nvSpPr>
        <p:spPr>
          <a:xfrm>
            <a:off x="1605775" y="3703499"/>
            <a:ext cx="2846700" cy="78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56" name="Google Shape;356;p43"/>
          <p:cNvSpPr txBox="1"/>
          <p:nvPr>
            <p:ph idx="2" type="subTitle"/>
          </p:nvPr>
        </p:nvSpPr>
        <p:spPr>
          <a:xfrm>
            <a:off x="4688050" y="3703499"/>
            <a:ext cx="2846700" cy="78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57" name="Google Shape;357;p43"/>
          <p:cNvSpPr txBox="1"/>
          <p:nvPr>
            <p:ph idx="3" type="subTitle"/>
          </p:nvPr>
        </p:nvSpPr>
        <p:spPr>
          <a:xfrm>
            <a:off x="1605779" y="3328943"/>
            <a:ext cx="28467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None/>
              <a:defRPr sz="2000">
                <a:solidFill>
                  <a:schemeClr val="accent1"/>
                </a:solidFill>
                <a:latin typeface="Audiowide"/>
                <a:ea typeface="Audiowide"/>
                <a:cs typeface="Audiowide"/>
                <a:sym typeface="Audiowide"/>
              </a:defRPr>
            </a:lvl1pPr>
            <a:lvl2pPr lvl="1" rtl="0" algn="ctr">
              <a:lnSpc>
                <a:spcPct val="100000"/>
              </a:lnSpc>
              <a:spcBef>
                <a:spcPts val="0"/>
              </a:spcBef>
              <a:spcAft>
                <a:spcPts val="0"/>
              </a:spcAft>
              <a:buSzPts val="2000"/>
              <a:buNone/>
              <a:defRPr sz="2000"/>
            </a:lvl2pPr>
            <a:lvl3pPr lvl="2" rtl="0" algn="ctr">
              <a:lnSpc>
                <a:spcPct val="100000"/>
              </a:lnSpc>
              <a:spcBef>
                <a:spcPts val="0"/>
              </a:spcBef>
              <a:spcAft>
                <a:spcPts val="0"/>
              </a:spcAft>
              <a:buSzPts val="2000"/>
              <a:buNone/>
              <a:defRPr sz="2000"/>
            </a:lvl3pPr>
            <a:lvl4pPr lvl="3" rtl="0" algn="ctr">
              <a:lnSpc>
                <a:spcPct val="100000"/>
              </a:lnSpc>
              <a:spcBef>
                <a:spcPts val="0"/>
              </a:spcBef>
              <a:spcAft>
                <a:spcPts val="0"/>
              </a:spcAft>
              <a:buSzPts val="2000"/>
              <a:buNone/>
              <a:defRPr sz="2000"/>
            </a:lvl4pPr>
            <a:lvl5pPr lvl="4" rtl="0" algn="ctr">
              <a:lnSpc>
                <a:spcPct val="100000"/>
              </a:lnSpc>
              <a:spcBef>
                <a:spcPts val="0"/>
              </a:spcBef>
              <a:spcAft>
                <a:spcPts val="0"/>
              </a:spcAft>
              <a:buSzPts val="2000"/>
              <a:buNone/>
              <a:defRPr sz="2000"/>
            </a:lvl5pPr>
            <a:lvl6pPr lvl="5" rtl="0" algn="ctr">
              <a:lnSpc>
                <a:spcPct val="100000"/>
              </a:lnSpc>
              <a:spcBef>
                <a:spcPts val="0"/>
              </a:spcBef>
              <a:spcAft>
                <a:spcPts val="0"/>
              </a:spcAft>
              <a:buSzPts val="2000"/>
              <a:buNone/>
              <a:defRPr sz="2000"/>
            </a:lvl6pPr>
            <a:lvl7pPr lvl="6" rtl="0" algn="ctr">
              <a:lnSpc>
                <a:spcPct val="100000"/>
              </a:lnSpc>
              <a:spcBef>
                <a:spcPts val="0"/>
              </a:spcBef>
              <a:spcAft>
                <a:spcPts val="0"/>
              </a:spcAft>
              <a:buSzPts val="2000"/>
              <a:buNone/>
              <a:defRPr sz="2000"/>
            </a:lvl7pPr>
            <a:lvl8pPr lvl="7" rtl="0" algn="ctr">
              <a:lnSpc>
                <a:spcPct val="100000"/>
              </a:lnSpc>
              <a:spcBef>
                <a:spcPts val="0"/>
              </a:spcBef>
              <a:spcAft>
                <a:spcPts val="0"/>
              </a:spcAft>
              <a:buSzPts val="2000"/>
              <a:buNone/>
              <a:defRPr sz="2000"/>
            </a:lvl8pPr>
            <a:lvl9pPr lvl="8" rtl="0" algn="ctr">
              <a:lnSpc>
                <a:spcPct val="100000"/>
              </a:lnSpc>
              <a:spcBef>
                <a:spcPts val="0"/>
              </a:spcBef>
              <a:spcAft>
                <a:spcPts val="0"/>
              </a:spcAft>
              <a:buSzPts val="2000"/>
              <a:buNone/>
              <a:defRPr sz="2000"/>
            </a:lvl9pPr>
          </a:lstStyle>
          <a:p/>
        </p:txBody>
      </p:sp>
      <p:sp>
        <p:nvSpPr>
          <p:cNvPr id="358" name="Google Shape;358;p43"/>
          <p:cNvSpPr txBox="1"/>
          <p:nvPr>
            <p:ph idx="4" type="subTitle"/>
          </p:nvPr>
        </p:nvSpPr>
        <p:spPr>
          <a:xfrm>
            <a:off x="4688055" y="3328943"/>
            <a:ext cx="28467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None/>
              <a:defRPr sz="2000">
                <a:solidFill>
                  <a:schemeClr val="accent1"/>
                </a:solidFill>
                <a:latin typeface="Audiowide"/>
                <a:ea typeface="Audiowide"/>
                <a:cs typeface="Audiowide"/>
                <a:sym typeface="Audiowide"/>
              </a:defRPr>
            </a:lvl1pPr>
            <a:lvl2pPr lvl="1" rtl="0" algn="ctr">
              <a:lnSpc>
                <a:spcPct val="100000"/>
              </a:lnSpc>
              <a:spcBef>
                <a:spcPts val="0"/>
              </a:spcBef>
              <a:spcAft>
                <a:spcPts val="0"/>
              </a:spcAft>
              <a:buSzPts val="2000"/>
              <a:buNone/>
              <a:defRPr sz="2000"/>
            </a:lvl2pPr>
            <a:lvl3pPr lvl="2" rtl="0" algn="ctr">
              <a:lnSpc>
                <a:spcPct val="100000"/>
              </a:lnSpc>
              <a:spcBef>
                <a:spcPts val="0"/>
              </a:spcBef>
              <a:spcAft>
                <a:spcPts val="0"/>
              </a:spcAft>
              <a:buSzPts val="2000"/>
              <a:buNone/>
              <a:defRPr sz="2000"/>
            </a:lvl3pPr>
            <a:lvl4pPr lvl="3" rtl="0" algn="ctr">
              <a:lnSpc>
                <a:spcPct val="100000"/>
              </a:lnSpc>
              <a:spcBef>
                <a:spcPts val="0"/>
              </a:spcBef>
              <a:spcAft>
                <a:spcPts val="0"/>
              </a:spcAft>
              <a:buSzPts val="2000"/>
              <a:buNone/>
              <a:defRPr sz="2000"/>
            </a:lvl4pPr>
            <a:lvl5pPr lvl="4" rtl="0" algn="ctr">
              <a:lnSpc>
                <a:spcPct val="100000"/>
              </a:lnSpc>
              <a:spcBef>
                <a:spcPts val="0"/>
              </a:spcBef>
              <a:spcAft>
                <a:spcPts val="0"/>
              </a:spcAft>
              <a:buSzPts val="2000"/>
              <a:buNone/>
              <a:defRPr sz="2000"/>
            </a:lvl5pPr>
            <a:lvl6pPr lvl="5" rtl="0" algn="ctr">
              <a:lnSpc>
                <a:spcPct val="100000"/>
              </a:lnSpc>
              <a:spcBef>
                <a:spcPts val="0"/>
              </a:spcBef>
              <a:spcAft>
                <a:spcPts val="0"/>
              </a:spcAft>
              <a:buSzPts val="2000"/>
              <a:buNone/>
              <a:defRPr sz="2000"/>
            </a:lvl6pPr>
            <a:lvl7pPr lvl="6" rtl="0" algn="ctr">
              <a:lnSpc>
                <a:spcPct val="100000"/>
              </a:lnSpc>
              <a:spcBef>
                <a:spcPts val="0"/>
              </a:spcBef>
              <a:spcAft>
                <a:spcPts val="0"/>
              </a:spcAft>
              <a:buSzPts val="2000"/>
              <a:buNone/>
              <a:defRPr sz="2000"/>
            </a:lvl7pPr>
            <a:lvl8pPr lvl="7" rtl="0" algn="ctr">
              <a:lnSpc>
                <a:spcPct val="100000"/>
              </a:lnSpc>
              <a:spcBef>
                <a:spcPts val="0"/>
              </a:spcBef>
              <a:spcAft>
                <a:spcPts val="0"/>
              </a:spcAft>
              <a:buSzPts val="2000"/>
              <a:buNone/>
              <a:defRPr sz="2000"/>
            </a:lvl8pPr>
            <a:lvl9pPr lvl="8" rtl="0" algn="ctr">
              <a:lnSpc>
                <a:spcPct val="100000"/>
              </a:lnSpc>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9" name="Shape 359"/>
        <p:cNvGrpSpPr/>
        <p:nvPr/>
      </p:nvGrpSpPr>
      <p:grpSpPr>
        <a:xfrm>
          <a:off x="0" y="0"/>
          <a:ext cx="0" cy="0"/>
          <a:chOff x="0" y="0"/>
          <a:chExt cx="0" cy="0"/>
        </a:xfrm>
      </p:grpSpPr>
      <p:pic>
        <p:nvPicPr>
          <p:cNvPr id="360" name="Google Shape;360;p44"/>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361" name="Google Shape;361;p44"/>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44"/>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44"/>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44"/>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65" name="Google Shape;365;p44"/>
          <p:cNvPicPr preferRelativeResize="0"/>
          <p:nvPr/>
        </p:nvPicPr>
        <p:blipFill rotWithShape="1">
          <a:blip r:embed="rId3">
            <a:alphaModFix amt="75000"/>
          </a:blip>
          <a:srcRect b="0" l="24087" r="0" t="19903"/>
          <a:stretch/>
        </p:blipFill>
        <p:spPr>
          <a:xfrm>
            <a:off x="-104775" y="-85500"/>
            <a:ext cx="3714749" cy="2426851"/>
          </a:xfrm>
          <a:prstGeom prst="rect">
            <a:avLst/>
          </a:prstGeom>
          <a:noFill/>
          <a:ln>
            <a:noFill/>
          </a:ln>
        </p:spPr>
      </p:pic>
      <p:pic>
        <p:nvPicPr>
          <p:cNvPr id="366" name="Google Shape;366;p44"/>
          <p:cNvPicPr preferRelativeResize="0"/>
          <p:nvPr/>
        </p:nvPicPr>
        <p:blipFill rotWithShape="1">
          <a:blip r:embed="rId3">
            <a:alphaModFix amt="75000"/>
          </a:blip>
          <a:srcRect b="0" l="22039" r="0" t="14089"/>
          <a:stretch/>
        </p:blipFill>
        <p:spPr>
          <a:xfrm rot="-10799995">
            <a:off x="5705475" y="2752926"/>
            <a:ext cx="3629025" cy="2476296"/>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7" name="Shape 367"/>
        <p:cNvGrpSpPr/>
        <p:nvPr/>
      </p:nvGrpSpPr>
      <p:grpSpPr>
        <a:xfrm>
          <a:off x="0" y="0"/>
          <a:ext cx="0" cy="0"/>
          <a:chOff x="0" y="0"/>
          <a:chExt cx="0" cy="0"/>
        </a:xfrm>
      </p:grpSpPr>
      <p:pic>
        <p:nvPicPr>
          <p:cNvPr id="368" name="Google Shape;368;p45"/>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369" name="Google Shape;369;p45"/>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45"/>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45"/>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45"/>
          <p:cNvSpPr txBox="1"/>
          <p:nvPr>
            <p:ph type="title"/>
          </p:nvPr>
        </p:nvSpPr>
        <p:spPr>
          <a:xfrm>
            <a:off x="4381506" y="887025"/>
            <a:ext cx="4038600" cy="956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73" name="Google Shape;373;p45"/>
          <p:cNvSpPr txBox="1"/>
          <p:nvPr>
            <p:ph idx="1" type="body"/>
          </p:nvPr>
        </p:nvSpPr>
        <p:spPr>
          <a:xfrm>
            <a:off x="4381500" y="1843575"/>
            <a:ext cx="4038600" cy="2436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1"/>
              </a:buClr>
              <a:buSzPts val="1400"/>
              <a:buChar char="●"/>
              <a:defRPr/>
            </a:lvl1pPr>
            <a:lvl2pPr indent="-317500" lvl="1" marL="914400" rtl="0">
              <a:spcBef>
                <a:spcPts val="0"/>
              </a:spcBef>
              <a:spcAft>
                <a:spcPts val="0"/>
              </a:spcAft>
              <a:buSzPts val="1400"/>
              <a:buChar char="○"/>
              <a:defRPr/>
            </a:lvl2pPr>
            <a:lvl3pPr indent="-311150" lvl="2" marL="1371600" rtl="0">
              <a:spcBef>
                <a:spcPts val="0"/>
              </a:spcBef>
              <a:spcAft>
                <a:spcPts val="0"/>
              </a:spcAft>
              <a:buSzPts val="1300"/>
              <a:buChar char="■"/>
              <a:defRPr sz="1300"/>
            </a:lvl3pPr>
            <a:lvl4pPr indent="-311150" lvl="3" marL="1828800" rtl="0">
              <a:spcBef>
                <a:spcPts val="0"/>
              </a:spcBef>
              <a:spcAft>
                <a:spcPts val="0"/>
              </a:spcAft>
              <a:buSzPts val="1300"/>
              <a:buChar char="●"/>
              <a:defRPr sz="1300"/>
            </a:lvl4pPr>
            <a:lvl5pPr indent="-311150" lvl="4" marL="2286000" rtl="0">
              <a:spcBef>
                <a:spcPts val="0"/>
              </a:spcBef>
              <a:spcAft>
                <a:spcPts val="0"/>
              </a:spcAft>
              <a:buSzPts val="1300"/>
              <a:buChar char="○"/>
              <a:defRPr sz="1300"/>
            </a:lvl5pPr>
            <a:lvl6pPr indent="-311150" lvl="5" marL="2743200" rtl="0">
              <a:spcBef>
                <a:spcPts val="0"/>
              </a:spcBef>
              <a:spcAft>
                <a:spcPts val="0"/>
              </a:spcAft>
              <a:buSzPts val="1300"/>
              <a:buChar char="■"/>
              <a:defRPr sz="1300"/>
            </a:lvl6pPr>
            <a:lvl7pPr indent="-311150" lvl="6" marL="3200400" rtl="0">
              <a:spcBef>
                <a:spcPts val="0"/>
              </a:spcBef>
              <a:spcAft>
                <a:spcPts val="0"/>
              </a:spcAft>
              <a:buSzPts val="1300"/>
              <a:buChar char="●"/>
              <a:defRPr sz="1300"/>
            </a:lvl7pPr>
            <a:lvl8pPr indent="-311150" lvl="7" marL="3657600" rtl="0">
              <a:spcBef>
                <a:spcPts val="0"/>
              </a:spcBef>
              <a:spcAft>
                <a:spcPts val="0"/>
              </a:spcAft>
              <a:buSzPts val="1300"/>
              <a:buChar char="○"/>
              <a:defRPr sz="1300"/>
            </a:lvl8pPr>
            <a:lvl9pPr indent="-311150" lvl="8" marL="4114800" rtl="0">
              <a:spcBef>
                <a:spcPts val="0"/>
              </a:spcBef>
              <a:spcAft>
                <a:spcPts val="0"/>
              </a:spcAft>
              <a:buSzPts val="1300"/>
              <a:buChar char="■"/>
              <a:defRPr sz="1300"/>
            </a:lvl9pPr>
          </a:lstStyle>
          <a:p/>
        </p:txBody>
      </p:sp>
      <p:pic>
        <p:nvPicPr>
          <p:cNvPr id="374" name="Google Shape;374;p45"/>
          <p:cNvPicPr preferRelativeResize="0"/>
          <p:nvPr/>
        </p:nvPicPr>
        <p:blipFill rotWithShape="1">
          <a:blip r:embed="rId3">
            <a:alphaModFix amt="75000"/>
          </a:blip>
          <a:srcRect b="0" l="24156" r="0" t="16303"/>
          <a:stretch/>
        </p:blipFill>
        <p:spPr>
          <a:xfrm rot="5400000">
            <a:off x="5767588" y="527636"/>
            <a:ext cx="4294574" cy="2934501"/>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5" name="Shape 375"/>
        <p:cNvGrpSpPr/>
        <p:nvPr/>
      </p:nvGrpSpPr>
      <p:grpSpPr>
        <a:xfrm>
          <a:off x="0" y="0"/>
          <a:ext cx="0" cy="0"/>
          <a:chOff x="0" y="0"/>
          <a:chExt cx="0" cy="0"/>
        </a:xfrm>
      </p:grpSpPr>
      <p:pic>
        <p:nvPicPr>
          <p:cNvPr id="376" name="Google Shape;376;p46"/>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377" name="Google Shape;377;p46"/>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46"/>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46"/>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46"/>
          <p:cNvSpPr txBox="1"/>
          <p:nvPr>
            <p:ph type="title"/>
          </p:nvPr>
        </p:nvSpPr>
        <p:spPr>
          <a:xfrm>
            <a:off x="2005350" y="1506750"/>
            <a:ext cx="5133300" cy="21300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6000"/>
              <a:buNone/>
              <a:defRPr sz="73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p:txBody>
      </p:sp>
      <p:pic>
        <p:nvPicPr>
          <p:cNvPr id="381" name="Google Shape;381;p46"/>
          <p:cNvPicPr preferRelativeResize="0"/>
          <p:nvPr/>
        </p:nvPicPr>
        <p:blipFill>
          <a:blip r:embed="rId3">
            <a:alphaModFix amt="75000"/>
          </a:blip>
          <a:stretch>
            <a:fillRect/>
          </a:stretch>
        </p:blipFill>
        <p:spPr>
          <a:xfrm rot="5400000">
            <a:off x="4270575" y="37800"/>
            <a:ext cx="6816287" cy="4220224"/>
          </a:xfrm>
          <a:prstGeom prst="rect">
            <a:avLst/>
          </a:prstGeom>
          <a:noFill/>
          <a:ln>
            <a:noFill/>
          </a:ln>
        </p:spPr>
      </p:pic>
      <p:pic>
        <p:nvPicPr>
          <p:cNvPr id="382" name="Google Shape;382;p46"/>
          <p:cNvPicPr preferRelativeResize="0"/>
          <p:nvPr/>
        </p:nvPicPr>
        <p:blipFill>
          <a:blip r:embed="rId3">
            <a:alphaModFix amt="75000"/>
          </a:blip>
          <a:stretch>
            <a:fillRect/>
          </a:stretch>
        </p:blipFill>
        <p:spPr>
          <a:xfrm rot="-5399997">
            <a:off x="-1890149" y="942974"/>
            <a:ext cx="6692275" cy="4143450"/>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3" name="Shape 383"/>
        <p:cNvGrpSpPr/>
        <p:nvPr/>
      </p:nvGrpSpPr>
      <p:grpSpPr>
        <a:xfrm>
          <a:off x="0" y="0"/>
          <a:ext cx="0" cy="0"/>
          <a:chOff x="0" y="0"/>
          <a:chExt cx="0" cy="0"/>
        </a:xfrm>
      </p:grpSpPr>
      <p:pic>
        <p:nvPicPr>
          <p:cNvPr id="384" name="Google Shape;384;p47"/>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385" name="Google Shape;385;p47"/>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47"/>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47"/>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47"/>
          <p:cNvSpPr txBox="1"/>
          <p:nvPr>
            <p:ph type="title"/>
          </p:nvPr>
        </p:nvSpPr>
        <p:spPr>
          <a:xfrm>
            <a:off x="970400" y="1168075"/>
            <a:ext cx="3133800" cy="1815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89" name="Google Shape;389;p47"/>
          <p:cNvSpPr txBox="1"/>
          <p:nvPr>
            <p:ph idx="1" type="subTitle"/>
          </p:nvPr>
        </p:nvSpPr>
        <p:spPr>
          <a:xfrm>
            <a:off x="970400" y="3167250"/>
            <a:ext cx="3133800" cy="84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390" name="Google Shape;390;p47"/>
          <p:cNvPicPr preferRelativeResize="0"/>
          <p:nvPr/>
        </p:nvPicPr>
        <p:blipFill rotWithShape="1">
          <a:blip r:embed="rId3">
            <a:alphaModFix amt="75000"/>
          </a:blip>
          <a:srcRect b="0" l="19106" r="0" t="4942"/>
          <a:stretch/>
        </p:blipFill>
        <p:spPr>
          <a:xfrm rot="-5400000">
            <a:off x="-727588" y="1263239"/>
            <a:ext cx="4580326" cy="3332599"/>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91" name="Shape 391"/>
        <p:cNvGrpSpPr/>
        <p:nvPr/>
      </p:nvGrpSpPr>
      <p:grpSpPr>
        <a:xfrm>
          <a:off x="0" y="0"/>
          <a:ext cx="0" cy="0"/>
          <a:chOff x="0" y="0"/>
          <a:chExt cx="0" cy="0"/>
        </a:xfrm>
      </p:grpSpPr>
      <p:pic>
        <p:nvPicPr>
          <p:cNvPr id="392" name="Google Shape;392;p48"/>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393" name="Google Shape;393;p48"/>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48"/>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48"/>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48"/>
          <p:cNvSpPr txBox="1"/>
          <p:nvPr>
            <p:ph type="title"/>
          </p:nvPr>
        </p:nvSpPr>
        <p:spPr>
          <a:xfrm rot="300">
            <a:off x="720000" y="3295650"/>
            <a:ext cx="3433500" cy="12072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97" name="Shape 397"/>
        <p:cNvGrpSpPr/>
        <p:nvPr/>
      </p:nvGrpSpPr>
      <p:grpSpPr>
        <a:xfrm>
          <a:off x="0" y="0"/>
          <a:ext cx="0" cy="0"/>
          <a:chOff x="0" y="0"/>
          <a:chExt cx="0" cy="0"/>
        </a:xfrm>
      </p:grpSpPr>
      <p:pic>
        <p:nvPicPr>
          <p:cNvPr id="398" name="Google Shape;398;p49"/>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399" name="Google Shape;399;p49"/>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49"/>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49"/>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49"/>
          <p:cNvSpPr txBox="1"/>
          <p:nvPr>
            <p:ph hasCustomPrompt="1" type="title"/>
          </p:nvPr>
        </p:nvSpPr>
        <p:spPr>
          <a:xfrm rot="186">
            <a:off x="977225" y="1686338"/>
            <a:ext cx="5538000" cy="12342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9600"/>
              <a:buNone/>
              <a:defRPr sz="8100"/>
            </a:lvl1pPr>
            <a:lvl2pPr lvl="1" rtl="0" algn="ctr">
              <a:spcBef>
                <a:spcPts val="0"/>
              </a:spcBef>
              <a:spcAft>
                <a:spcPts val="0"/>
              </a:spcAft>
              <a:buClr>
                <a:schemeClr val="lt1"/>
              </a:buClr>
              <a:buSzPts val="9600"/>
              <a:buNone/>
              <a:defRPr sz="9600">
                <a:solidFill>
                  <a:schemeClr val="lt1"/>
                </a:solidFill>
              </a:defRPr>
            </a:lvl2pPr>
            <a:lvl3pPr lvl="2" rtl="0" algn="ctr">
              <a:spcBef>
                <a:spcPts val="0"/>
              </a:spcBef>
              <a:spcAft>
                <a:spcPts val="0"/>
              </a:spcAft>
              <a:buClr>
                <a:schemeClr val="lt1"/>
              </a:buClr>
              <a:buSzPts val="9600"/>
              <a:buNone/>
              <a:defRPr sz="9600">
                <a:solidFill>
                  <a:schemeClr val="lt1"/>
                </a:solidFill>
              </a:defRPr>
            </a:lvl3pPr>
            <a:lvl4pPr lvl="3" rtl="0" algn="ctr">
              <a:spcBef>
                <a:spcPts val="0"/>
              </a:spcBef>
              <a:spcAft>
                <a:spcPts val="0"/>
              </a:spcAft>
              <a:buClr>
                <a:schemeClr val="lt1"/>
              </a:buClr>
              <a:buSzPts val="9600"/>
              <a:buNone/>
              <a:defRPr sz="9600">
                <a:solidFill>
                  <a:schemeClr val="lt1"/>
                </a:solidFill>
              </a:defRPr>
            </a:lvl4pPr>
            <a:lvl5pPr lvl="4" rtl="0" algn="ctr">
              <a:spcBef>
                <a:spcPts val="0"/>
              </a:spcBef>
              <a:spcAft>
                <a:spcPts val="0"/>
              </a:spcAft>
              <a:buClr>
                <a:schemeClr val="lt1"/>
              </a:buClr>
              <a:buSzPts val="9600"/>
              <a:buNone/>
              <a:defRPr sz="9600">
                <a:solidFill>
                  <a:schemeClr val="lt1"/>
                </a:solidFill>
              </a:defRPr>
            </a:lvl5pPr>
            <a:lvl6pPr lvl="5" rtl="0" algn="ctr">
              <a:spcBef>
                <a:spcPts val="0"/>
              </a:spcBef>
              <a:spcAft>
                <a:spcPts val="0"/>
              </a:spcAft>
              <a:buClr>
                <a:schemeClr val="lt1"/>
              </a:buClr>
              <a:buSzPts val="9600"/>
              <a:buNone/>
              <a:defRPr sz="9600">
                <a:solidFill>
                  <a:schemeClr val="lt1"/>
                </a:solidFill>
              </a:defRPr>
            </a:lvl6pPr>
            <a:lvl7pPr lvl="6" rtl="0" algn="ctr">
              <a:spcBef>
                <a:spcPts val="0"/>
              </a:spcBef>
              <a:spcAft>
                <a:spcPts val="0"/>
              </a:spcAft>
              <a:buClr>
                <a:schemeClr val="lt1"/>
              </a:buClr>
              <a:buSzPts val="9600"/>
              <a:buNone/>
              <a:defRPr sz="9600">
                <a:solidFill>
                  <a:schemeClr val="lt1"/>
                </a:solidFill>
              </a:defRPr>
            </a:lvl7pPr>
            <a:lvl8pPr lvl="7" rtl="0" algn="ctr">
              <a:spcBef>
                <a:spcPts val="0"/>
              </a:spcBef>
              <a:spcAft>
                <a:spcPts val="0"/>
              </a:spcAft>
              <a:buClr>
                <a:schemeClr val="lt1"/>
              </a:buClr>
              <a:buSzPts val="9600"/>
              <a:buNone/>
              <a:defRPr sz="9600">
                <a:solidFill>
                  <a:schemeClr val="lt1"/>
                </a:solidFill>
              </a:defRPr>
            </a:lvl8pPr>
            <a:lvl9pPr lvl="8" rtl="0" algn="ctr">
              <a:spcBef>
                <a:spcPts val="0"/>
              </a:spcBef>
              <a:spcAft>
                <a:spcPts val="0"/>
              </a:spcAft>
              <a:buClr>
                <a:schemeClr val="lt1"/>
              </a:buClr>
              <a:buSzPts val="9600"/>
              <a:buNone/>
              <a:defRPr sz="9600">
                <a:solidFill>
                  <a:schemeClr val="lt1"/>
                </a:solidFill>
              </a:defRPr>
            </a:lvl9pPr>
          </a:lstStyle>
          <a:p>
            <a:r>
              <a:t>xx%</a:t>
            </a:r>
          </a:p>
        </p:txBody>
      </p:sp>
      <p:sp>
        <p:nvSpPr>
          <p:cNvPr id="403" name="Google Shape;403;p49"/>
          <p:cNvSpPr txBox="1"/>
          <p:nvPr>
            <p:ph idx="1" type="subTitle"/>
          </p:nvPr>
        </p:nvSpPr>
        <p:spPr>
          <a:xfrm>
            <a:off x="977225" y="2821638"/>
            <a:ext cx="5538000" cy="45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800">
                <a:solidFill>
                  <a:schemeClr val="lt1"/>
                </a:solidFill>
              </a:defRPr>
            </a:lvl1pPr>
            <a:lvl2pPr lvl="1" rtl="0" algn="ctr">
              <a:lnSpc>
                <a:spcPct val="100000"/>
              </a:lnSpc>
              <a:spcBef>
                <a:spcPts val="0"/>
              </a:spcBef>
              <a:spcAft>
                <a:spcPts val="0"/>
              </a:spcAft>
              <a:buClr>
                <a:schemeClr val="lt1"/>
              </a:buClr>
              <a:buSzPts val="1600"/>
              <a:buNone/>
              <a:defRPr sz="1600">
                <a:solidFill>
                  <a:schemeClr val="lt1"/>
                </a:solidFill>
              </a:defRPr>
            </a:lvl2pPr>
            <a:lvl3pPr lvl="2" rtl="0" algn="ctr">
              <a:lnSpc>
                <a:spcPct val="100000"/>
              </a:lnSpc>
              <a:spcBef>
                <a:spcPts val="0"/>
              </a:spcBef>
              <a:spcAft>
                <a:spcPts val="0"/>
              </a:spcAft>
              <a:buClr>
                <a:schemeClr val="lt1"/>
              </a:buClr>
              <a:buSzPts val="1600"/>
              <a:buNone/>
              <a:defRPr sz="1600">
                <a:solidFill>
                  <a:schemeClr val="lt1"/>
                </a:solidFill>
              </a:defRPr>
            </a:lvl3pPr>
            <a:lvl4pPr lvl="3" rtl="0" algn="ctr">
              <a:lnSpc>
                <a:spcPct val="100000"/>
              </a:lnSpc>
              <a:spcBef>
                <a:spcPts val="0"/>
              </a:spcBef>
              <a:spcAft>
                <a:spcPts val="0"/>
              </a:spcAft>
              <a:buClr>
                <a:schemeClr val="lt1"/>
              </a:buClr>
              <a:buSzPts val="1600"/>
              <a:buNone/>
              <a:defRPr sz="1600">
                <a:solidFill>
                  <a:schemeClr val="lt1"/>
                </a:solidFill>
              </a:defRPr>
            </a:lvl4pPr>
            <a:lvl5pPr lvl="4" rtl="0" algn="ctr">
              <a:lnSpc>
                <a:spcPct val="100000"/>
              </a:lnSpc>
              <a:spcBef>
                <a:spcPts val="0"/>
              </a:spcBef>
              <a:spcAft>
                <a:spcPts val="0"/>
              </a:spcAft>
              <a:buClr>
                <a:schemeClr val="lt1"/>
              </a:buClr>
              <a:buSzPts val="1600"/>
              <a:buNone/>
              <a:defRPr sz="1600">
                <a:solidFill>
                  <a:schemeClr val="lt1"/>
                </a:solidFill>
              </a:defRPr>
            </a:lvl5pPr>
            <a:lvl6pPr lvl="5" rtl="0" algn="ctr">
              <a:lnSpc>
                <a:spcPct val="100000"/>
              </a:lnSpc>
              <a:spcBef>
                <a:spcPts val="0"/>
              </a:spcBef>
              <a:spcAft>
                <a:spcPts val="0"/>
              </a:spcAft>
              <a:buClr>
                <a:schemeClr val="lt1"/>
              </a:buClr>
              <a:buSzPts val="1600"/>
              <a:buNone/>
              <a:defRPr sz="1600">
                <a:solidFill>
                  <a:schemeClr val="lt1"/>
                </a:solidFill>
              </a:defRPr>
            </a:lvl6pPr>
            <a:lvl7pPr lvl="6" rtl="0" algn="ctr">
              <a:lnSpc>
                <a:spcPct val="100000"/>
              </a:lnSpc>
              <a:spcBef>
                <a:spcPts val="0"/>
              </a:spcBef>
              <a:spcAft>
                <a:spcPts val="0"/>
              </a:spcAft>
              <a:buClr>
                <a:schemeClr val="lt1"/>
              </a:buClr>
              <a:buSzPts val="1600"/>
              <a:buNone/>
              <a:defRPr sz="1600">
                <a:solidFill>
                  <a:schemeClr val="lt1"/>
                </a:solidFill>
              </a:defRPr>
            </a:lvl7pPr>
            <a:lvl8pPr lvl="7" rtl="0" algn="ctr">
              <a:lnSpc>
                <a:spcPct val="100000"/>
              </a:lnSpc>
              <a:spcBef>
                <a:spcPts val="0"/>
              </a:spcBef>
              <a:spcAft>
                <a:spcPts val="0"/>
              </a:spcAft>
              <a:buClr>
                <a:schemeClr val="lt1"/>
              </a:buClr>
              <a:buSzPts val="1600"/>
              <a:buNone/>
              <a:defRPr sz="1600">
                <a:solidFill>
                  <a:schemeClr val="lt1"/>
                </a:solidFill>
              </a:defRPr>
            </a:lvl8pPr>
            <a:lvl9pPr lvl="8" rtl="0" algn="ctr">
              <a:lnSpc>
                <a:spcPct val="100000"/>
              </a:lnSpc>
              <a:spcBef>
                <a:spcPts val="0"/>
              </a:spcBef>
              <a:spcAft>
                <a:spcPts val="0"/>
              </a:spcAft>
              <a:buClr>
                <a:schemeClr val="lt1"/>
              </a:buClr>
              <a:buSzPts val="1600"/>
              <a:buNone/>
              <a:defRPr sz="1600">
                <a:solidFill>
                  <a:schemeClr val="lt1"/>
                </a:solidFill>
              </a:defRPr>
            </a:lvl9pPr>
          </a:lstStyle>
          <a:p/>
        </p:txBody>
      </p:sp>
      <p:pic>
        <p:nvPicPr>
          <p:cNvPr id="404" name="Google Shape;404;p49"/>
          <p:cNvPicPr preferRelativeResize="0"/>
          <p:nvPr/>
        </p:nvPicPr>
        <p:blipFill rotWithShape="1">
          <a:blip r:embed="rId3">
            <a:alphaModFix amt="75000"/>
          </a:blip>
          <a:srcRect b="0" l="0" r="0" t="0"/>
          <a:stretch/>
        </p:blipFill>
        <p:spPr>
          <a:xfrm rot="6015032">
            <a:off x="3802652" y="445901"/>
            <a:ext cx="7113000" cy="4404125"/>
          </a:xfrm>
          <a:prstGeom prst="rect">
            <a:avLst/>
          </a:prstGeom>
          <a:noFill/>
          <a:ln>
            <a:noFill/>
          </a:ln>
        </p:spPr>
      </p:pic>
      <p:pic>
        <p:nvPicPr>
          <p:cNvPr id="405" name="Google Shape;405;p49"/>
          <p:cNvPicPr preferRelativeResize="0"/>
          <p:nvPr/>
        </p:nvPicPr>
        <p:blipFill rotWithShape="1">
          <a:blip r:embed="rId3">
            <a:alphaModFix amt="75000"/>
          </a:blip>
          <a:srcRect b="0" l="-60" r="0" t="537"/>
          <a:stretch/>
        </p:blipFill>
        <p:spPr>
          <a:xfrm rot="-5399997">
            <a:off x="-1590800" y="1404054"/>
            <a:ext cx="5772273" cy="3552819"/>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406" name="Shape 406"/>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1">
    <p:spTree>
      <p:nvGrpSpPr>
        <p:cNvPr id="407" name="Shape 407"/>
        <p:cNvGrpSpPr/>
        <p:nvPr/>
      </p:nvGrpSpPr>
      <p:grpSpPr>
        <a:xfrm>
          <a:off x="0" y="0"/>
          <a:ext cx="0" cy="0"/>
          <a:chOff x="0" y="0"/>
          <a:chExt cx="0" cy="0"/>
        </a:xfrm>
      </p:grpSpPr>
      <p:pic>
        <p:nvPicPr>
          <p:cNvPr id="408" name="Google Shape;408;p51"/>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409" name="Google Shape;409;p51"/>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1"/>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51"/>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51"/>
          <p:cNvSpPr txBox="1"/>
          <p:nvPr>
            <p:ph type="title"/>
          </p:nvPr>
        </p:nvSpPr>
        <p:spPr>
          <a:xfrm>
            <a:off x="713224" y="1835250"/>
            <a:ext cx="23055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13" name="Google Shape;413;p51"/>
          <p:cNvSpPr txBox="1"/>
          <p:nvPr>
            <p:ph idx="1" type="subTitle"/>
          </p:nvPr>
        </p:nvSpPr>
        <p:spPr>
          <a:xfrm>
            <a:off x="713224" y="2269375"/>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14" name="Google Shape;414;p51"/>
          <p:cNvSpPr txBox="1"/>
          <p:nvPr>
            <p:ph idx="2" type="title"/>
          </p:nvPr>
        </p:nvSpPr>
        <p:spPr>
          <a:xfrm>
            <a:off x="713224" y="3680488"/>
            <a:ext cx="2305500" cy="5277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15" name="Google Shape;415;p51"/>
          <p:cNvSpPr txBox="1"/>
          <p:nvPr>
            <p:ph idx="3" type="subTitle"/>
          </p:nvPr>
        </p:nvSpPr>
        <p:spPr>
          <a:xfrm>
            <a:off x="713224" y="4114613"/>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16" name="Google Shape;416;p51"/>
          <p:cNvSpPr txBox="1"/>
          <p:nvPr>
            <p:ph idx="4" type="title"/>
          </p:nvPr>
        </p:nvSpPr>
        <p:spPr>
          <a:xfrm>
            <a:off x="3419251" y="3680488"/>
            <a:ext cx="2305500" cy="5277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17" name="Google Shape;417;p51"/>
          <p:cNvSpPr txBox="1"/>
          <p:nvPr>
            <p:ph idx="5" type="subTitle"/>
          </p:nvPr>
        </p:nvSpPr>
        <p:spPr>
          <a:xfrm>
            <a:off x="3419251" y="4114613"/>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18" name="Google Shape;418;p51"/>
          <p:cNvSpPr txBox="1"/>
          <p:nvPr>
            <p:ph idx="6" type="title"/>
          </p:nvPr>
        </p:nvSpPr>
        <p:spPr>
          <a:xfrm>
            <a:off x="3419251" y="1835250"/>
            <a:ext cx="23055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19" name="Google Shape;419;p51"/>
          <p:cNvSpPr txBox="1"/>
          <p:nvPr>
            <p:ph idx="7" type="subTitle"/>
          </p:nvPr>
        </p:nvSpPr>
        <p:spPr>
          <a:xfrm>
            <a:off x="3419251" y="2269375"/>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20" name="Google Shape;420;p51"/>
          <p:cNvSpPr txBox="1"/>
          <p:nvPr>
            <p:ph hasCustomPrompt="1" idx="8" type="title"/>
          </p:nvPr>
        </p:nvSpPr>
        <p:spPr>
          <a:xfrm>
            <a:off x="1415374" y="1344775"/>
            <a:ext cx="901200" cy="44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21" name="Google Shape;421;p51"/>
          <p:cNvSpPr txBox="1"/>
          <p:nvPr>
            <p:ph hasCustomPrompt="1" idx="9" type="title"/>
          </p:nvPr>
        </p:nvSpPr>
        <p:spPr>
          <a:xfrm>
            <a:off x="4121401" y="3190025"/>
            <a:ext cx="901200" cy="44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22" name="Google Shape;422;p51"/>
          <p:cNvSpPr txBox="1"/>
          <p:nvPr>
            <p:ph hasCustomPrompt="1" idx="13" type="title"/>
          </p:nvPr>
        </p:nvSpPr>
        <p:spPr>
          <a:xfrm>
            <a:off x="1415374" y="3190025"/>
            <a:ext cx="901200" cy="44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23" name="Google Shape;423;p51"/>
          <p:cNvSpPr txBox="1"/>
          <p:nvPr>
            <p:ph hasCustomPrompt="1" idx="14" type="title"/>
          </p:nvPr>
        </p:nvSpPr>
        <p:spPr>
          <a:xfrm>
            <a:off x="4121401" y="1344775"/>
            <a:ext cx="901200" cy="44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24" name="Google Shape;424;p51"/>
          <p:cNvSpPr txBox="1"/>
          <p:nvPr>
            <p:ph idx="15" type="title"/>
          </p:nvPr>
        </p:nvSpPr>
        <p:spPr>
          <a:xfrm>
            <a:off x="6125276" y="3680488"/>
            <a:ext cx="2305500" cy="5277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25" name="Google Shape;425;p51"/>
          <p:cNvSpPr txBox="1"/>
          <p:nvPr>
            <p:ph idx="16" type="subTitle"/>
          </p:nvPr>
        </p:nvSpPr>
        <p:spPr>
          <a:xfrm>
            <a:off x="6125276" y="4114613"/>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26" name="Google Shape;426;p51"/>
          <p:cNvSpPr txBox="1"/>
          <p:nvPr>
            <p:ph idx="17" type="title"/>
          </p:nvPr>
        </p:nvSpPr>
        <p:spPr>
          <a:xfrm>
            <a:off x="6125276" y="1835250"/>
            <a:ext cx="23055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27" name="Google Shape;427;p51"/>
          <p:cNvSpPr txBox="1"/>
          <p:nvPr>
            <p:ph idx="18" type="subTitle"/>
          </p:nvPr>
        </p:nvSpPr>
        <p:spPr>
          <a:xfrm>
            <a:off x="6125276" y="2269375"/>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28" name="Google Shape;428;p51"/>
          <p:cNvSpPr txBox="1"/>
          <p:nvPr>
            <p:ph hasCustomPrompt="1" idx="19" type="title"/>
          </p:nvPr>
        </p:nvSpPr>
        <p:spPr>
          <a:xfrm>
            <a:off x="6827426" y="3190025"/>
            <a:ext cx="901200" cy="44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29" name="Google Shape;429;p51"/>
          <p:cNvSpPr txBox="1"/>
          <p:nvPr>
            <p:ph hasCustomPrompt="1" idx="20" type="title"/>
          </p:nvPr>
        </p:nvSpPr>
        <p:spPr>
          <a:xfrm>
            <a:off x="6827426" y="1344775"/>
            <a:ext cx="901200" cy="44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pic>
        <p:nvPicPr>
          <p:cNvPr id="430" name="Google Shape;430;p51"/>
          <p:cNvPicPr preferRelativeResize="0"/>
          <p:nvPr/>
        </p:nvPicPr>
        <p:blipFill>
          <a:blip r:embed="rId3">
            <a:alphaModFix amt="75000"/>
          </a:blip>
          <a:stretch>
            <a:fillRect/>
          </a:stretch>
        </p:blipFill>
        <p:spPr>
          <a:xfrm rot="-5400000">
            <a:off x="-1377750" y="2269750"/>
            <a:ext cx="4857272" cy="3007325"/>
          </a:xfrm>
          <a:prstGeom prst="rect">
            <a:avLst/>
          </a:prstGeom>
          <a:noFill/>
          <a:ln>
            <a:noFill/>
          </a:ln>
        </p:spPr>
      </p:pic>
      <p:pic>
        <p:nvPicPr>
          <p:cNvPr id="431" name="Google Shape;431;p51"/>
          <p:cNvPicPr preferRelativeResize="0"/>
          <p:nvPr/>
        </p:nvPicPr>
        <p:blipFill>
          <a:blip r:embed="rId3">
            <a:alphaModFix amt="75000"/>
          </a:blip>
          <a:stretch>
            <a:fillRect/>
          </a:stretch>
        </p:blipFill>
        <p:spPr>
          <a:xfrm rot="5400000">
            <a:off x="5366340" y="82974"/>
            <a:ext cx="5095572" cy="3154876"/>
          </a:xfrm>
          <a:prstGeom prst="rect">
            <a:avLst/>
          </a:prstGeom>
          <a:noFill/>
          <a:ln>
            <a:noFill/>
          </a:ln>
        </p:spPr>
      </p:pic>
      <p:sp>
        <p:nvSpPr>
          <p:cNvPr id="432" name="Google Shape;432;p51"/>
          <p:cNvSpPr txBox="1"/>
          <p:nvPr>
            <p:ph idx="21"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
    <p:spTree>
      <p:nvGrpSpPr>
        <p:cNvPr id="433" name="Shape 433"/>
        <p:cNvGrpSpPr/>
        <p:nvPr/>
      </p:nvGrpSpPr>
      <p:grpSpPr>
        <a:xfrm>
          <a:off x="0" y="0"/>
          <a:ext cx="0" cy="0"/>
          <a:chOff x="0" y="0"/>
          <a:chExt cx="0" cy="0"/>
        </a:xfrm>
      </p:grpSpPr>
      <p:pic>
        <p:nvPicPr>
          <p:cNvPr id="434" name="Google Shape;434;p52"/>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435" name="Google Shape;435;p52"/>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52"/>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52"/>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52"/>
          <p:cNvSpPr txBox="1"/>
          <p:nvPr>
            <p:ph type="title"/>
          </p:nvPr>
        </p:nvSpPr>
        <p:spPr>
          <a:xfrm>
            <a:off x="1486024" y="3068248"/>
            <a:ext cx="6172200" cy="446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500"/>
              <a:buNone/>
              <a:defRPr sz="2200">
                <a:solidFill>
                  <a:schemeClr val="accent1"/>
                </a:solidFill>
              </a:defRPr>
            </a:lvl1pPr>
            <a:lvl2pPr lvl="1" rtl="0" algn="ctr">
              <a:spcBef>
                <a:spcPts val="0"/>
              </a:spcBef>
              <a:spcAft>
                <a:spcPts val="0"/>
              </a:spcAft>
              <a:buClr>
                <a:schemeClr val="lt1"/>
              </a:buClr>
              <a:buSzPts val="3000"/>
              <a:buNone/>
              <a:defRPr sz="3000">
                <a:solidFill>
                  <a:schemeClr val="lt1"/>
                </a:solidFill>
              </a:defRPr>
            </a:lvl2pPr>
            <a:lvl3pPr lvl="2" rtl="0" algn="ctr">
              <a:spcBef>
                <a:spcPts val="0"/>
              </a:spcBef>
              <a:spcAft>
                <a:spcPts val="0"/>
              </a:spcAft>
              <a:buClr>
                <a:schemeClr val="lt1"/>
              </a:buClr>
              <a:buSzPts val="3000"/>
              <a:buNone/>
              <a:defRPr sz="3000">
                <a:solidFill>
                  <a:schemeClr val="lt1"/>
                </a:solidFill>
              </a:defRPr>
            </a:lvl3pPr>
            <a:lvl4pPr lvl="3" rtl="0" algn="ctr">
              <a:spcBef>
                <a:spcPts val="0"/>
              </a:spcBef>
              <a:spcAft>
                <a:spcPts val="0"/>
              </a:spcAft>
              <a:buClr>
                <a:schemeClr val="lt1"/>
              </a:buClr>
              <a:buSzPts val="3000"/>
              <a:buNone/>
              <a:defRPr sz="3000">
                <a:solidFill>
                  <a:schemeClr val="lt1"/>
                </a:solidFill>
              </a:defRPr>
            </a:lvl4pPr>
            <a:lvl5pPr lvl="4" rtl="0" algn="ctr">
              <a:spcBef>
                <a:spcPts val="0"/>
              </a:spcBef>
              <a:spcAft>
                <a:spcPts val="0"/>
              </a:spcAft>
              <a:buClr>
                <a:schemeClr val="lt1"/>
              </a:buClr>
              <a:buSzPts val="3000"/>
              <a:buNone/>
              <a:defRPr sz="3000">
                <a:solidFill>
                  <a:schemeClr val="lt1"/>
                </a:solidFill>
              </a:defRPr>
            </a:lvl5pPr>
            <a:lvl6pPr lvl="5" rtl="0" algn="ctr">
              <a:spcBef>
                <a:spcPts val="0"/>
              </a:spcBef>
              <a:spcAft>
                <a:spcPts val="0"/>
              </a:spcAft>
              <a:buClr>
                <a:schemeClr val="lt1"/>
              </a:buClr>
              <a:buSzPts val="3000"/>
              <a:buNone/>
              <a:defRPr sz="3000">
                <a:solidFill>
                  <a:schemeClr val="lt1"/>
                </a:solidFill>
              </a:defRPr>
            </a:lvl6pPr>
            <a:lvl7pPr lvl="6" rtl="0" algn="ctr">
              <a:spcBef>
                <a:spcPts val="0"/>
              </a:spcBef>
              <a:spcAft>
                <a:spcPts val="0"/>
              </a:spcAft>
              <a:buClr>
                <a:schemeClr val="lt1"/>
              </a:buClr>
              <a:buSzPts val="3000"/>
              <a:buNone/>
              <a:defRPr sz="3000">
                <a:solidFill>
                  <a:schemeClr val="lt1"/>
                </a:solidFill>
              </a:defRPr>
            </a:lvl7pPr>
            <a:lvl8pPr lvl="7" rtl="0" algn="ctr">
              <a:spcBef>
                <a:spcPts val="0"/>
              </a:spcBef>
              <a:spcAft>
                <a:spcPts val="0"/>
              </a:spcAft>
              <a:buClr>
                <a:schemeClr val="lt1"/>
              </a:buClr>
              <a:buSzPts val="3000"/>
              <a:buNone/>
              <a:defRPr sz="3000">
                <a:solidFill>
                  <a:schemeClr val="lt1"/>
                </a:solidFill>
              </a:defRPr>
            </a:lvl8pPr>
            <a:lvl9pPr lvl="8" rtl="0" algn="ctr">
              <a:spcBef>
                <a:spcPts val="0"/>
              </a:spcBef>
              <a:spcAft>
                <a:spcPts val="0"/>
              </a:spcAft>
              <a:buClr>
                <a:schemeClr val="lt1"/>
              </a:buClr>
              <a:buSzPts val="3000"/>
              <a:buNone/>
              <a:defRPr sz="3000">
                <a:solidFill>
                  <a:schemeClr val="lt1"/>
                </a:solidFill>
              </a:defRPr>
            </a:lvl9pPr>
          </a:lstStyle>
          <a:p/>
        </p:txBody>
      </p:sp>
      <p:sp>
        <p:nvSpPr>
          <p:cNvPr id="439" name="Google Shape;439;p52"/>
          <p:cNvSpPr txBox="1"/>
          <p:nvPr>
            <p:ph idx="1" type="subTitle"/>
          </p:nvPr>
        </p:nvSpPr>
        <p:spPr>
          <a:xfrm>
            <a:off x="1485800" y="1628863"/>
            <a:ext cx="6172200" cy="1498200"/>
          </a:xfrm>
          <a:prstGeom prst="rect">
            <a:avLst/>
          </a:prstGeom>
          <a:noFill/>
        </p:spPr>
        <p:txBody>
          <a:bodyPr anchorCtr="0" anchor="b" bIns="91425" lIns="91425" spcFirstLastPara="1" rIns="91425" wrap="square" tIns="91425">
            <a:noAutofit/>
          </a:bodyPr>
          <a:lstStyle>
            <a:lvl1pPr lvl="0" rtl="0" algn="r">
              <a:lnSpc>
                <a:spcPct val="100000"/>
              </a:lnSpc>
              <a:spcBef>
                <a:spcPts val="0"/>
              </a:spcBef>
              <a:spcAft>
                <a:spcPts val="0"/>
              </a:spcAft>
              <a:buClr>
                <a:schemeClr val="lt1"/>
              </a:buClr>
              <a:buSzPts val="2500"/>
              <a:buNone/>
              <a:defRPr sz="2600">
                <a:solidFill>
                  <a:schemeClr val="lt1"/>
                </a:solidFill>
              </a:defRPr>
            </a:lvl1pPr>
            <a:lvl2pPr lvl="1" rtl="0" algn="ctr">
              <a:lnSpc>
                <a:spcPct val="100000"/>
              </a:lnSpc>
              <a:spcBef>
                <a:spcPts val="0"/>
              </a:spcBef>
              <a:spcAft>
                <a:spcPts val="0"/>
              </a:spcAft>
              <a:buClr>
                <a:schemeClr val="lt1"/>
              </a:buClr>
              <a:buSzPts val="2500"/>
              <a:buNone/>
              <a:defRPr sz="2500">
                <a:solidFill>
                  <a:schemeClr val="lt1"/>
                </a:solidFill>
              </a:defRPr>
            </a:lvl2pPr>
            <a:lvl3pPr lvl="2" rtl="0" algn="ctr">
              <a:lnSpc>
                <a:spcPct val="100000"/>
              </a:lnSpc>
              <a:spcBef>
                <a:spcPts val="0"/>
              </a:spcBef>
              <a:spcAft>
                <a:spcPts val="0"/>
              </a:spcAft>
              <a:buClr>
                <a:schemeClr val="lt1"/>
              </a:buClr>
              <a:buSzPts val="2500"/>
              <a:buNone/>
              <a:defRPr sz="2500">
                <a:solidFill>
                  <a:schemeClr val="lt1"/>
                </a:solidFill>
              </a:defRPr>
            </a:lvl3pPr>
            <a:lvl4pPr lvl="3" rtl="0" algn="ctr">
              <a:lnSpc>
                <a:spcPct val="100000"/>
              </a:lnSpc>
              <a:spcBef>
                <a:spcPts val="0"/>
              </a:spcBef>
              <a:spcAft>
                <a:spcPts val="0"/>
              </a:spcAft>
              <a:buClr>
                <a:schemeClr val="lt1"/>
              </a:buClr>
              <a:buSzPts val="2500"/>
              <a:buNone/>
              <a:defRPr sz="2500">
                <a:solidFill>
                  <a:schemeClr val="lt1"/>
                </a:solidFill>
              </a:defRPr>
            </a:lvl4pPr>
            <a:lvl5pPr lvl="4" rtl="0" algn="ctr">
              <a:lnSpc>
                <a:spcPct val="100000"/>
              </a:lnSpc>
              <a:spcBef>
                <a:spcPts val="0"/>
              </a:spcBef>
              <a:spcAft>
                <a:spcPts val="0"/>
              </a:spcAft>
              <a:buClr>
                <a:schemeClr val="lt1"/>
              </a:buClr>
              <a:buSzPts val="2500"/>
              <a:buNone/>
              <a:defRPr sz="2500">
                <a:solidFill>
                  <a:schemeClr val="lt1"/>
                </a:solidFill>
              </a:defRPr>
            </a:lvl5pPr>
            <a:lvl6pPr lvl="5" rtl="0" algn="ctr">
              <a:lnSpc>
                <a:spcPct val="100000"/>
              </a:lnSpc>
              <a:spcBef>
                <a:spcPts val="0"/>
              </a:spcBef>
              <a:spcAft>
                <a:spcPts val="0"/>
              </a:spcAft>
              <a:buClr>
                <a:schemeClr val="lt1"/>
              </a:buClr>
              <a:buSzPts val="2500"/>
              <a:buNone/>
              <a:defRPr sz="2500">
                <a:solidFill>
                  <a:schemeClr val="lt1"/>
                </a:solidFill>
              </a:defRPr>
            </a:lvl6pPr>
            <a:lvl7pPr lvl="6" rtl="0" algn="ctr">
              <a:lnSpc>
                <a:spcPct val="100000"/>
              </a:lnSpc>
              <a:spcBef>
                <a:spcPts val="0"/>
              </a:spcBef>
              <a:spcAft>
                <a:spcPts val="0"/>
              </a:spcAft>
              <a:buClr>
                <a:schemeClr val="lt1"/>
              </a:buClr>
              <a:buSzPts val="2500"/>
              <a:buNone/>
              <a:defRPr sz="2500">
                <a:solidFill>
                  <a:schemeClr val="lt1"/>
                </a:solidFill>
              </a:defRPr>
            </a:lvl7pPr>
            <a:lvl8pPr lvl="7" rtl="0" algn="ctr">
              <a:lnSpc>
                <a:spcPct val="100000"/>
              </a:lnSpc>
              <a:spcBef>
                <a:spcPts val="0"/>
              </a:spcBef>
              <a:spcAft>
                <a:spcPts val="0"/>
              </a:spcAft>
              <a:buClr>
                <a:schemeClr val="lt1"/>
              </a:buClr>
              <a:buSzPts val="2500"/>
              <a:buNone/>
              <a:defRPr sz="2500">
                <a:solidFill>
                  <a:schemeClr val="lt1"/>
                </a:solidFill>
              </a:defRPr>
            </a:lvl8pPr>
            <a:lvl9pPr lvl="8" rtl="0" algn="ctr">
              <a:lnSpc>
                <a:spcPct val="100000"/>
              </a:lnSpc>
              <a:spcBef>
                <a:spcPts val="0"/>
              </a:spcBef>
              <a:spcAft>
                <a:spcPts val="0"/>
              </a:spcAft>
              <a:buClr>
                <a:schemeClr val="lt1"/>
              </a:buClr>
              <a:buSzPts val="2500"/>
              <a:buNone/>
              <a:defRPr sz="2500">
                <a:solidFill>
                  <a:schemeClr val="lt1"/>
                </a:solidFill>
              </a:defRPr>
            </a:lvl9pPr>
          </a:lstStyle>
          <a:p/>
        </p:txBody>
      </p:sp>
      <p:pic>
        <p:nvPicPr>
          <p:cNvPr id="440" name="Google Shape;440;p52"/>
          <p:cNvPicPr preferRelativeResize="0"/>
          <p:nvPr/>
        </p:nvPicPr>
        <p:blipFill rotWithShape="1">
          <a:blip r:embed="rId3">
            <a:alphaModFix amt="75000"/>
          </a:blip>
          <a:srcRect b="0" l="0" r="0" t="0"/>
          <a:stretch/>
        </p:blipFill>
        <p:spPr>
          <a:xfrm>
            <a:off x="-1436100" y="-758750"/>
            <a:ext cx="6816174" cy="4220351"/>
          </a:xfrm>
          <a:prstGeom prst="rect">
            <a:avLst/>
          </a:prstGeom>
          <a:noFill/>
          <a:ln>
            <a:noFill/>
          </a:ln>
        </p:spPr>
      </p:pic>
      <p:pic>
        <p:nvPicPr>
          <p:cNvPr id="441" name="Google Shape;441;p52"/>
          <p:cNvPicPr preferRelativeResize="0"/>
          <p:nvPr/>
        </p:nvPicPr>
        <p:blipFill rotWithShape="1">
          <a:blip r:embed="rId3">
            <a:alphaModFix amt="75000"/>
          </a:blip>
          <a:srcRect b="0" l="-60" r="0" t="537"/>
          <a:stretch/>
        </p:blipFill>
        <p:spPr>
          <a:xfrm rot="-10799997">
            <a:off x="4648077" y="1876429"/>
            <a:ext cx="5772273" cy="3552819"/>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2_1_2">
    <p:spTree>
      <p:nvGrpSpPr>
        <p:cNvPr id="442" name="Shape 442"/>
        <p:cNvGrpSpPr/>
        <p:nvPr/>
      </p:nvGrpSpPr>
      <p:grpSpPr>
        <a:xfrm>
          <a:off x="0" y="0"/>
          <a:ext cx="0" cy="0"/>
          <a:chOff x="0" y="0"/>
          <a:chExt cx="0" cy="0"/>
        </a:xfrm>
      </p:grpSpPr>
      <p:pic>
        <p:nvPicPr>
          <p:cNvPr id="443" name="Google Shape;443;p53"/>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444" name="Google Shape;444;p53"/>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53"/>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53"/>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53"/>
          <p:cNvSpPr txBox="1"/>
          <p:nvPr>
            <p:ph type="title"/>
          </p:nvPr>
        </p:nvSpPr>
        <p:spPr>
          <a:xfrm>
            <a:off x="964750" y="1536350"/>
            <a:ext cx="2947500" cy="55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8" name="Google Shape;448;p53"/>
          <p:cNvSpPr txBox="1"/>
          <p:nvPr>
            <p:ph idx="1" type="subTitle"/>
          </p:nvPr>
        </p:nvSpPr>
        <p:spPr>
          <a:xfrm rot="350">
            <a:off x="964550" y="2381675"/>
            <a:ext cx="2947500" cy="14046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1400"/>
              <a:buNone/>
              <a:defRPr sz="1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449" name="Google Shape;449;p53"/>
          <p:cNvPicPr preferRelativeResize="0"/>
          <p:nvPr/>
        </p:nvPicPr>
        <p:blipFill rotWithShape="1">
          <a:blip r:embed="rId3">
            <a:alphaModFix amt="75000"/>
          </a:blip>
          <a:srcRect b="0" l="20571" r="0" t="8875"/>
          <a:stretch/>
        </p:blipFill>
        <p:spPr>
          <a:xfrm rot="10800000">
            <a:off x="4713096" y="1967777"/>
            <a:ext cx="4497577" cy="3194774"/>
          </a:xfrm>
          <a:prstGeom prst="rect">
            <a:avLst/>
          </a:prstGeom>
          <a:noFill/>
          <a:ln>
            <a:noFill/>
          </a:ln>
        </p:spPr>
      </p:pic>
      <p:pic>
        <p:nvPicPr>
          <p:cNvPr id="450" name="Google Shape;450;p53"/>
          <p:cNvPicPr preferRelativeResize="0"/>
          <p:nvPr/>
        </p:nvPicPr>
        <p:blipFill rotWithShape="1">
          <a:blip r:embed="rId3">
            <a:alphaModFix amt="75000"/>
          </a:blip>
          <a:srcRect b="0" l="20886" r="0" t="8231"/>
          <a:stretch/>
        </p:blipFill>
        <p:spPr>
          <a:xfrm rot="4">
            <a:off x="-66675" y="-190497"/>
            <a:ext cx="4563850" cy="3277869"/>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2_1_1_1">
    <p:spTree>
      <p:nvGrpSpPr>
        <p:cNvPr id="451" name="Shape 451"/>
        <p:cNvGrpSpPr/>
        <p:nvPr/>
      </p:nvGrpSpPr>
      <p:grpSpPr>
        <a:xfrm>
          <a:off x="0" y="0"/>
          <a:ext cx="0" cy="0"/>
          <a:chOff x="0" y="0"/>
          <a:chExt cx="0" cy="0"/>
        </a:xfrm>
      </p:grpSpPr>
      <p:pic>
        <p:nvPicPr>
          <p:cNvPr id="452" name="Google Shape;452;p54"/>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453" name="Google Shape;453;p54"/>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54"/>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54"/>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54"/>
          <p:cNvSpPr txBox="1"/>
          <p:nvPr>
            <p:ph idx="1" type="body"/>
          </p:nvPr>
        </p:nvSpPr>
        <p:spPr>
          <a:xfrm>
            <a:off x="720000" y="1456400"/>
            <a:ext cx="7704000" cy="2594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chemeClr val="dk2"/>
              </a:buClr>
              <a:buSzPts val="1200"/>
              <a:buChar char="●"/>
              <a:defRPr b="1" sz="1200"/>
            </a:lvl1pPr>
            <a:lvl2pPr indent="-317500" lvl="1" marL="914400" rtl="0">
              <a:spcBef>
                <a:spcPts val="0"/>
              </a:spcBef>
              <a:spcAft>
                <a:spcPts val="0"/>
              </a:spcAft>
              <a:buClr>
                <a:schemeClr val="lt1"/>
              </a:buClr>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57" name="Google Shape;457;p54"/>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8" name="Google Shape;458;p54"/>
          <p:cNvPicPr preferRelativeResize="0"/>
          <p:nvPr/>
        </p:nvPicPr>
        <p:blipFill rotWithShape="1">
          <a:blip r:embed="rId3">
            <a:alphaModFix amt="75000"/>
          </a:blip>
          <a:srcRect b="0" l="0" r="0" t="0"/>
          <a:stretch/>
        </p:blipFill>
        <p:spPr>
          <a:xfrm rot="5400000">
            <a:off x="5369415" y="-442041"/>
            <a:ext cx="5662423" cy="3506001"/>
          </a:xfrm>
          <a:prstGeom prst="rect">
            <a:avLst/>
          </a:prstGeom>
          <a:noFill/>
          <a:ln>
            <a:noFill/>
          </a:ln>
        </p:spPr>
      </p:pic>
      <p:pic>
        <p:nvPicPr>
          <p:cNvPr id="459" name="Google Shape;459;p54"/>
          <p:cNvPicPr preferRelativeResize="0"/>
          <p:nvPr/>
        </p:nvPicPr>
        <p:blipFill rotWithShape="1">
          <a:blip r:embed="rId3">
            <a:alphaModFix amt="75000"/>
          </a:blip>
          <a:srcRect b="0" l="-60" r="0" t="537"/>
          <a:stretch/>
        </p:blipFill>
        <p:spPr>
          <a:xfrm rot="-5399997">
            <a:off x="-1828923" y="1781179"/>
            <a:ext cx="5772273" cy="3552819"/>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2">
    <p:spTree>
      <p:nvGrpSpPr>
        <p:cNvPr id="460" name="Shape 460"/>
        <p:cNvGrpSpPr/>
        <p:nvPr/>
      </p:nvGrpSpPr>
      <p:grpSpPr>
        <a:xfrm>
          <a:off x="0" y="0"/>
          <a:ext cx="0" cy="0"/>
          <a:chOff x="0" y="0"/>
          <a:chExt cx="0" cy="0"/>
        </a:xfrm>
      </p:grpSpPr>
      <p:pic>
        <p:nvPicPr>
          <p:cNvPr id="461" name="Google Shape;461;p55"/>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462" name="Google Shape;462;p55"/>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55"/>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55"/>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55"/>
          <p:cNvSpPr txBox="1"/>
          <p:nvPr>
            <p:ph idx="1" type="body"/>
          </p:nvPr>
        </p:nvSpPr>
        <p:spPr>
          <a:xfrm>
            <a:off x="713225" y="1475125"/>
            <a:ext cx="7717500" cy="3128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66" name="Google Shape;466;p55"/>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67" name="Google Shape;467;p55"/>
          <p:cNvPicPr preferRelativeResize="0"/>
          <p:nvPr/>
        </p:nvPicPr>
        <p:blipFill rotWithShape="1">
          <a:blip r:embed="rId3">
            <a:alphaModFix amt="75000"/>
          </a:blip>
          <a:srcRect b="73705" l="-60" r="0" t="535"/>
          <a:stretch/>
        </p:blipFill>
        <p:spPr>
          <a:xfrm rot="5400003">
            <a:off x="-2495438" y="2110890"/>
            <a:ext cx="5461376" cy="870545"/>
          </a:xfrm>
          <a:prstGeom prst="rect">
            <a:avLst/>
          </a:prstGeom>
          <a:noFill/>
          <a:ln>
            <a:noFill/>
          </a:ln>
        </p:spPr>
      </p:pic>
      <p:pic>
        <p:nvPicPr>
          <p:cNvPr id="468" name="Google Shape;468;p55"/>
          <p:cNvPicPr preferRelativeResize="0"/>
          <p:nvPr/>
        </p:nvPicPr>
        <p:blipFill rotWithShape="1">
          <a:blip r:embed="rId3">
            <a:alphaModFix amt="75000"/>
          </a:blip>
          <a:srcRect b="73705" l="-60" r="0" t="535"/>
          <a:stretch/>
        </p:blipFill>
        <p:spPr>
          <a:xfrm rot="-5399997">
            <a:off x="6178013" y="2110891"/>
            <a:ext cx="5461376" cy="870545"/>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3">
    <p:spTree>
      <p:nvGrpSpPr>
        <p:cNvPr id="469" name="Shape 469"/>
        <p:cNvGrpSpPr/>
        <p:nvPr/>
      </p:nvGrpSpPr>
      <p:grpSpPr>
        <a:xfrm>
          <a:off x="0" y="0"/>
          <a:ext cx="0" cy="0"/>
          <a:chOff x="0" y="0"/>
          <a:chExt cx="0" cy="0"/>
        </a:xfrm>
      </p:grpSpPr>
      <p:pic>
        <p:nvPicPr>
          <p:cNvPr id="470" name="Google Shape;470;p56"/>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471" name="Google Shape;471;p56"/>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56"/>
          <p:cNvSpPr txBox="1"/>
          <p:nvPr>
            <p:ph type="title"/>
          </p:nvPr>
        </p:nvSpPr>
        <p:spPr>
          <a:xfrm rot="-1114">
            <a:off x="726775" y="2183450"/>
            <a:ext cx="2778300" cy="827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473" name="Google Shape;473;p56"/>
          <p:cNvSpPr txBox="1"/>
          <p:nvPr>
            <p:ph idx="1" type="subTitle"/>
          </p:nvPr>
        </p:nvSpPr>
        <p:spPr>
          <a:xfrm rot="371">
            <a:off x="726775" y="2991552"/>
            <a:ext cx="2778300" cy="484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74" name="Google Shape;474;p56"/>
          <p:cNvSpPr txBox="1"/>
          <p:nvPr>
            <p:ph idx="2" type="title"/>
          </p:nvPr>
        </p:nvSpPr>
        <p:spPr>
          <a:xfrm>
            <a:off x="3189587" y="3304275"/>
            <a:ext cx="27783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475" name="Google Shape;475;p56"/>
          <p:cNvSpPr txBox="1"/>
          <p:nvPr>
            <p:ph idx="3" type="subTitle"/>
          </p:nvPr>
        </p:nvSpPr>
        <p:spPr>
          <a:xfrm>
            <a:off x="3189587" y="4114925"/>
            <a:ext cx="2778300" cy="484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76" name="Google Shape;476;p56"/>
          <p:cNvSpPr txBox="1"/>
          <p:nvPr>
            <p:ph idx="4" type="title"/>
          </p:nvPr>
        </p:nvSpPr>
        <p:spPr>
          <a:xfrm>
            <a:off x="5652399" y="2182150"/>
            <a:ext cx="27783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477" name="Google Shape;477;p56"/>
          <p:cNvSpPr txBox="1"/>
          <p:nvPr>
            <p:ph idx="5" type="subTitle"/>
          </p:nvPr>
        </p:nvSpPr>
        <p:spPr>
          <a:xfrm>
            <a:off x="5652399" y="2991875"/>
            <a:ext cx="2778300" cy="484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78" name="Google Shape;478;p56"/>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56"/>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0" name="Google Shape;480;p56"/>
          <p:cNvPicPr preferRelativeResize="0"/>
          <p:nvPr/>
        </p:nvPicPr>
        <p:blipFill rotWithShape="1">
          <a:blip r:embed="rId3">
            <a:alphaModFix amt="75000"/>
          </a:blip>
          <a:srcRect b="0" l="16597" r="0" t="23395"/>
          <a:stretch/>
        </p:blipFill>
        <p:spPr>
          <a:xfrm rot="-5400000">
            <a:off x="-1349762" y="941737"/>
            <a:ext cx="5684874" cy="3233001"/>
          </a:xfrm>
          <a:prstGeom prst="rect">
            <a:avLst/>
          </a:prstGeom>
          <a:noFill/>
          <a:ln>
            <a:noFill/>
          </a:ln>
        </p:spPr>
      </p:pic>
      <p:pic>
        <p:nvPicPr>
          <p:cNvPr id="481" name="Google Shape;481;p56"/>
          <p:cNvPicPr preferRelativeResize="0"/>
          <p:nvPr/>
        </p:nvPicPr>
        <p:blipFill rotWithShape="1">
          <a:blip r:embed="rId3">
            <a:alphaModFix amt="75000"/>
          </a:blip>
          <a:srcRect b="0" l="23059" r="0" t="16268"/>
          <a:stretch/>
        </p:blipFill>
        <p:spPr>
          <a:xfrm rot="5400004">
            <a:off x="5600637" y="400113"/>
            <a:ext cx="4438774" cy="2990847"/>
          </a:xfrm>
          <a:prstGeom prst="rect">
            <a:avLst/>
          </a:prstGeom>
          <a:noFill/>
          <a:ln>
            <a:noFill/>
          </a:ln>
        </p:spPr>
      </p:pic>
      <p:sp>
        <p:nvSpPr>
          <p:cNvPr id="482" name="Google Shape;482;p56"/>
          <p:cNvSpPr txBox="1"/>
          <p:nvPr>
            <p:ph idx="6"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3_1">
    <p:spTree>
      <p:nvGrpSpPr>
        <p:cNvPr id="483" name="Shape 483"/>
        <p:cNvGrpSpPr/>
        <p:nvPr/>
      </p:nvGrpSpPr>
      <p:grpSpPr>
        <a:xfrm>
          <a:off x="0" y="0"/>
          <a:ext cx="0" cy="0"/>
          <a:chOff x="0" y="0"/>
          <a:chExt cx="0" cy="0"/>
        </a:xfrm>
      </p:grpSpPr>
      <p:pic>
        <p:nvPicPr>
          <p:cNvPr id="484" name="Google Shape;484;p57"/>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485" name="Google Shape;485;p57"/>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57"/>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57"/>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57"/>
          <p:cNvSpPr txBox="1"/>
          <p:nvPr>
            <p:ph type="title"/>
          </p:nvPr>
        </p:nvSpPr>
        <p:spPr>
          <a:xfrm>
            <a:off x="1600200" y="1345325"/>
            <a:ext cx="5943600" cy="38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489" name="Google Shape;489;p57"/>
          <p:cNvSpPr txBox="1"/>
          <p:nvPr>
            <p:ph idx="1" type="subTitle"/>
          </p:nvPr>
        </p:nvSpPr>
        <p:spPr>
          <a:xfrm>
            <a:off x="1600200" y="1576824"/>
            <a:ext cx="5943600" cy="76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90" name="Google Shape;490;p57"/>
          <p:cNvSpPr txBox="1"/>
          <p:nvPr>
            <p:ph idx="2" type="title"/>
          </p:nvPr>
        </p:nvSpPr>
        <p:spPr>
          <a:xfrm>
            <a:off x="1600200" y="2491787"/>
            <a:ext cx="5943600" cy="38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491" name="Google Shape;491;p57"/>
          <p:cNvSpPr txBox="1"/>
          <p:nvPr>
            <p:ph idx="3" type="subTitle"/>
          </p:nvPr>
        </p:nvSpPr>
        <p:spPr>
          <a:xfrm>
            <a:off x="1600200" y="2721226"/>
            <a:ext cx="5943600" cy="78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92" name="Google Shape;492;p57"/>
          <p:cNvSpPr txBox="1"/>
          <p:nvPr>
            <p:ph idx="4" type="title"/>
          </p:nvPr>
        </p:nvSpPr>
        <p:spPr>
          <a:xfrm>
            <a:off x="1593425" y="3636142"/>
            <a:ext cx="5943600" cy="38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493" name="Google Shape;493;p57"/>
          <p:cNvSpPr txBox="1"/>
          <p:nvPr>
            <p:ph idx="5" type="subTitle"/>
          </p:nvPr>
        </p:nvSpPr>
        <p:spPr>
          <a:xfrm>
            <a:off x="1593425" y="3867801"/>
            <a:ext cx="5943600" cy="76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494" name="Google Shape;494;p57"/>
          <p:cNvPicPr preferRelativeResize="0"/>
          <p:nvPr/>
        </p:nvPicPr>
        <p:blipFill rotWithShape="1">
          <a:blip r:embed="rId3">
            <a:alphaModFix amt="75000"/>
          </a:blip>
          <a:srcRect b="66797" l="-60" r="0" t="535"/>
          <a:stretch/>
        </p:blipFill>
        <p:spPr>
          <a:xfrm rot="-5399997">
            <a:off x="5922077" y="1921653"/>
            <a:ext cx="5772273" cy="1166871"/>
          </a:xfrm>
          <a:prstGeom prst="rect">
            <a:avLst/>
          </a:prstGeom>
          <a:noFill/>
          <a:ln>
            <a:noFill/>
          </a:ln>
        </p:spPr>
      </p:pic>
      <p:pic>
        <p:nvPicPr>
          <p:cNvPr id="495" name="Google Shape;495;p57"/>
          <p:cNvPicPr preferRelativeResize="0"/>
          <p:nvPr/>
        </p:nvPicPr>
        <p:blipFill rotWithShape="1">
          <a:blip r:embed="rId3">
            <a:alphaModFix amt="75000"/>
          </a:blip>
          <a:srcRect b="66797" l="-60" r="0" t="535"/>
          <a:stretch/>
        </p:blipFill>
        <p:spPr>
          <a:xfrm rot="5400003">
            <a:off x="-2553948" y="1988316"/>
            <a:ext cx="5772273" cy="1166871"/>
          </a:xfrm>
          <a:prstGeom prst="rect">
            <a:avLst/>
          </a:prstGeom>
          <a:noFill/>
          <a:ln>
            <a:noFill/>
          </a:ln>
        </p:spPr>
      </p:pic>
      <p:sp>
        <p:nvSpPr>
          <p:cNvPr id="496" name="Google Shape;496;p57"/>
          <p:cNvSpPr txBox="1"/>
          <p:nvPr>
            <p:ph idx="6"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lnSpc>
                <a:spcPct val="115000"/>
              </a:lnSpc>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4_2">
    <p:spTree>
      <p:nvGrpSpPr>
        <p:cNvPr id="497" name="Shape 497"/>
        <p:cNvGrpSpPr/>
        <p:nvPr/>
      </p:nvGrpSpPr>
      <p:grpSpPr>
        <a:xfrm>
          <a:off x="0" y="0"/>
          <a:ext cx="0" cy="0"/>
          <a:chOff x="0" y="0"/>
          <a:chExt cx="0" cy="0"/>
        </a:xfrm>
      </p:grpSpPr>
      <p:pic>
        <p:nvPicPr>
          <p:cNvPr id="498" name="Google Shape;498;p58"/>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499" name="Google Shape;499;p58"/>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58"/>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58"/>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58"/>
          <p:cNvSpPr txBox="1"/>
          <p:nvPr>
            <p:ph idx="1" type="subTitle"/>
          </p:nvPr>
        </p:nvSpPr>
        <p:spPr>
          <a:xfrm>
            <a:off x="2109048" y="1553404"/>
            <a:ext cx="2315400" cy="457200"/>
          </a:xfrm>
          <a:prstGeom prst="rect">
            <a:avLst/>
          </a:prstGeom>
        </p:spPr>
        <p:txBody>
          <a:bodyPr anchorCtr="0" anchor="b" bIns="91425" lIns="91425" spcFirstLastPara="1" rIns="91425" wrap="square" tIns="91425">
            <a:noAutofit/>
          </a:bodyPr>
          <a:lstStyle>
            <a:lvl1pPr lvl="0" rtl="0">
              <a:spcBef>
                <a:spcPts val="0"/>
              </a:spcBef>
              <a:spcAft>
                <a:spcPts val="0"/>
              </a:spcAft>
              <a:buNone/>
              <a:defRPr sz="2000">
                <a:solidFill>
                  <a:schemeClr val="accent1"/>
                </a:solidFill>
                <a:latin typeface="Audiowide"/>
                <a:ea typeface="Audiowide"/>
                <a:cs typeface="Audiowide"/>
                <a:sym typeface="Audiowide"/>
              </a:defRPr>
            </a:lvl1pPr>
            <a:lvl2pPr lvl="1" rtl="0">
              <a:spcBef>
                <a:spcPts val="0"/>
              </a:spcBef>
              <a:spcAft>
                <a:spcPts val="0"/>
              </a:spcAft>
              <a:buNone/>
              <a:defRPr sz="2000">
                <a:solidFill>
                  <a:schemeClr val="accent1"/>
                </a:solidFill>
                <a:latin typeface="Audiowide"/>
                <a:ea typeface="Audiowide"/>
                <a:cs typeface="Audiowide"/>
                <a:sym typeface="Audiowide"/>
              </a:defRPr>
            </a:lvl2pPr>
            <a:lvl3pPr lvl="2" rtl="0">
              <a:spcBef>
                <a:spcPts val="0"/>
              </a:spcBef>
              <a:spcAft>
                <a:spcPts val="0"/>
              </a:spcAft>
              <a:buNone/>
              <a:defRPr sz="2000">
                <a:solidFill>
                  <a:schemeClr val="accent1"/>
                </a:solidFill>
                <a:latin typeface="Audiowide"/>
                <a:ea typeface="Audiowide"/>
                <a:cs typeface="Audiowide"/>
                <a:sym typeface="Audiowide"/>
              </a:defRPr>
            </a:lvl3pPr>
            <a:lvl4pPr lvl="3" rtl="0">
              <a:spcBef>
                <a:spcPts val="0"/>
              </a:spcBef>
              <a:spcAft>
                <a:spcPts val="0"/>
              </a:spcAft>
              <a:buNone/>
              <a:defRPr sz="2000">
                <a:solidFill>
                  <a:schemeClr val="accent1"/>
                </a:solidFill>
                <a:latin typeface="Audiowide"/>
                <a:ea typeface="Audiowide"/>
                <a:cs typeface="Audiowide"/>
                <a:sym typeface="Audiowide"/>
              </a:defRPr>
            </a:lvl4pPr>
            <a:lvl5pPr lvl="4" rtl="0">
              <a:spcBef>
                <a:spcPts val="0"/>
              </a:spcBef>
              <a:spcAft>
                <a:spcPts val="0"/>
              </a:spcAft>
              <a:buNone/>
              <a:defRPr sz="2000">
                <a:solidFill>
                  <a:schemeClr val="accent1"/>
                </a:solidFill>
                <a:latin typeface="Audiowide"/>
                <a:ea typeface="Audiowide"/>
                <a:cs typeface="Audiowide"/>
                <a:sym typeface="Audiowide"/>
              </a:defRPr>
            </a:lvl5pPr>
            <a:lvl6pPr lvl="5" rtl="0">
              <a:spcBef>
                <a:spcPts val="0"/>
              </a:spcBef>
              <a:spcAft>
                <a:spcPts val="0"/>
              </a:spcAft>
              <a:buNone/>
              <a:defRPr sz="2000">
                <a:solidFill>
                  <a:schemeClr val="accent1"/>
                </a:solidFill>
                <a:latin typeface="Audiowide"/>
                <a:ea typeface="Audiowide"/>
                <a:cs typeface="Audiowide"/>
                <a:sym typeface="Audiowide"/>
              </a:defRPr>
            </a:lvl6pPr>
            <a:lvl7pPr lvl="6" rtl="0">
              <a:spcBef>
                <a:spcPts val="0"/>
              </a:spcBef>
              <a:spcAft>
                <a:spcPts val="0"/>
              </a:spcAft>
              <a:buNone/>
              <a:defRPr sz="2000">
                <a:solidFill>
                  <a:schemeClr val="accent1"/>
                </a:solidFill>
                <a:latin typeface="Audiowide"/>
                <a:ea typeface="Audiowide"/>
                <a:cs typeface="Audiowide"/>
                <a:sym typeface="Audiowide"/>
              </a:defRPr>
            </a:lvl7pPr>
            <a:lvl8pPr lvl="7" rtl="0">
              <a:spcBef>
                <a:spcPts val="0"/>
              </a:spcBef>
              <a:spcAft>
                <a:spcPts val="0"/>
              </a:spcAft>
              <a:buNone/>
              <a:defRPr sz="2000">
                <a:solidFill>
                  <a:schemeClr val="accent1"/>
                </a:solidFill>
                <a:latin typeface="Audiowide"/>
                <a:ea typeface="Audiowide"/>
                <a:cs typeface="Audiowide"/>
                <a:sym typeface="Audiowide"/>
              </a:defRPr>
            </a:lvl8pPr>
            <a:lvl9pPr lvl="8" rtl="0">
              <a:spcBef>
                <a:spcPts val="0"/>
              </a:spcBef>
              <a:spcAft>
                <a:spcPts val="0"/>
              </a:spcAft>
              <a:buNone/>
              <a:defRPr sz="2000">
                <a:solidFill>
                  <a:schemeClr val="accent1"/>
                </a:solidFill>
                <a:latin typeface="Audiowide"/>
                <a:ea typeface="Audiowide"/>
                <a:cs typeface="Audiowide"/>
                <a:sym typeface="Audiowide"/>
              </a:defRPr>
            </a:lvl9pPr>
          </a:lstStyle>
          <a:p/>
        </p:txBody>
      </p:sp>
      <p:sp>
        <p:nvSpPr>
          <p:cNvPr id="503" name="Google Shape;503;p58"/>
          <p:cNvSpPr txBox="1"/>
          <p:nvPr>
            <p:ph idx="2" type="subTitle"/>
          </p:nvPr>
        </p:nvSpPr>
        <p:spPr>
          <a:xfrm>
            <a:off x="2109047" y="1915655"/>
            <a:ext cx="2315400" cy="484500"/>
          </a:xfrm>
          <a:prstGeom prst="rect">
            <a:avLst/>
          </a:prstGeom>
        </p:spPr>
        <p:txBody>
          <a:bodyPr anchorCtr="0" anchor="t" bIns="91425" lIns="91425" spcFirstLastPara="1" rIns="91425" wrap="square" tIns="91425">
            <a:noAutofit/>
          </a:bodyPr>
          <a:lstStyle>
            <a:lvl1pPr lvl="0" rtl="0">
              <a:spcBef>
                <a:spcPts val="0"/>
              </a:spcBef>
              <a:spcAft>
                <a:spcPts val="0"/>
              </a:spcAft>
              <a:buNone/>
              <a:defRPr>
                <a:solidFill>
                  <a:schemeClr val="lt1"/>
                </a:solidFill>
              </a:defRPr>
            </a:lvl1pPr>
            <a:lvl2pPr lvl="1" rtl="0">
              <a:spcBef>
                <a:spcPts val="0"/>
              </a:spcBef>
              <a:spcAft>
                <a:spcPts val="0"/>
              </a:spcAft>
              <a:buNone/>
              <a:defRPr>
                <a:solidFill>
                  <a:schemeClr val="lt1"/>
                </a:solidFill>
              </a:defRPr>
            </a:lvl2pPr>
            <a:lvl3pPr lvl="2" rtl="0">
              <a:spcBef>
                <a:spcPts val="0"/>
              </a:spcBef>
              <a:spcAft>
                <a:spcPts val="0"/>
              </a:spcAft>
              <a:buNone/>
              <a:defRPr>
                <a:solidFill>
                  <a:schemeClr val="lt1"/>
                </a:solidFill>
              </a:defRPr>
            </a:lvl3pPr>
            <a:lvl4pPr lvl="3" rtl="0">
              <a:spcBef>
                <a:spcPts val="0"/>
              </a:spcBef>
              <a:spcAft>
                <a:spcPts val="0"/>
              </a:spcAft>
              <a:buNone/>
              <a:defRPr>
                <a:solidFill>
                  <a:schemeClr val="lt1"/>
                </a:solidFill>
              </a:defRPr>
            </a:lvl4pPr>
            <a:lvl5pPr lvl="4" rtl="0">
              <a:spcBef>
                <a:spcPts val="0"/>
              </a:spcBef>
              <a:spcAft>
                <a:spcPts val="0"/>
              </a:spcAft>
              <a:buNone/>
              <a:defRPr>
                <a:solidFill>
                  <a:schemeClr val="lt1"/>
                </a:solidFill>
              </a:defRPr>
            </a:lvl5pPr>
            <a:lvl6pPr lvl="5" rtl="0">
              <a:spcBef>
                <a:spcPts val="0"/>
              </a:spcBef>
              <a:spcAft>
                <a:spcPts val="0"/>
              </a:spcAft>
              <a:buNone/>
              <a:defRPr>
                <a:solidFill>
                  <a:schemeClr val="lt1"/>
                </a:solidFill>
              </a:defRPr>
            </a:lvl6pPr>
            <a:lvl7pPr lvl="6" rtl="0">
              <a:spcBef>
                <a:spcPts val="0"/>
              </a:spcBef>
              <a:spcAft>
                <a:spcPts val="0"/>
              </a:spcAft>
              <a:buNone/>
              <a:defRPr>
                <a:solidFill>
                  <a:schemeClr val="lt1"/>
                </a:solidFill>
              </a:defRPr>
            </a:lvl7pPr>
            <a:lvl8pPr lvl="7" rtl="0">
              <a:spcBef>
                <a:spcPts val="0"/>
              </a:spcBef>
              <a:spcAft>
                <a:spcPts val="0"/>
              </a:spcAft>
              <a:buNone/>
              <a:defRPr>
                <a:solidFill>
                  <a:schemeClr val="lt1"/>
                </a:solidFill>
              </a:defRPr>
            </a:lvl8pPr>
            <a:lvl9pPr lvl="8" rtl="0">
              <a:spcBef>
                <a:spcPts val="0"/>
              </a:spcBef>
              <a:spcAft>
                <a:spcPts val="0"/>
              </a:spcAft>
              <a:buNone/>
              <a:defRPr>
                <a:solidFill>
                  <a:schemeClr val="lt1"/>
                </a:solidFill>
              </a:defRPr>
            </a:lvl9pPr>
          </a:lstStyle>
          <a:p/>
        </p:txBody>
      </p:sp>
      <p:sp>
        <p:nvSpPr>
          <p:cNvPr id="504" name="Google Shape;504;p58"/>
          <p:cNvSpPr txBox="1"/>
          <p:nvPr>
            <p:ph idx="3" type="subTitle"/>
          </p:nvPr>
        </p:nvSpPr>
        <p:spPr>
          <a:xfrm>
            <a:off x="4708749" y="1553404"/>
            <a:ext cx="2326200" cy="457200"/>
          </a:xfrm>
          <a:prstGeom prst="rect">
            <a:avLst/>
          </a:prstGeom>
        </p:spPr>
        <p:txBody>
          <a:bodyPr anchorCtr="0" anchor="b" bIns="91425" lIns="91425" spcFirstLastPara="1" rIns="91425" wrap="square" tIns="91425">
            <a:noAutofit/>
          </a:bodyPr>
          <a:lstStyle>
            <a:lvl1pPr lvl="0" rtl="0" algn="r">
              <a:spcBef>
                <a:spcPts val="0"/>
              </a:spcBef>
              <a:spcAft>
                <a:spcPts val="0"/>
              </a:spcAft>
              <a:buNone/>
              <a:defRPr sz="2000">
                <a:solidFill>
                  <a:schemeClr val="accent1"/>
                </a:solidFill>
                <a:latin typeface="Audiowide"/>
                <a:ea typeface="Audiowide"/>
                <a:cs typeface="Audiowide"/>
                <a:sym typeface="Audiowide"/>
              </a:defRPr>
            </a:lvl1pPr>
            <a:lvl2pPr lvl="1" rtl="0" algn="r">
              <a:spcBef>
                <a:spcPts val="0"/>
              </a:spcBef>
              <a:spcAft>
                <a:spcPts val="0"/>
              </a:spcAft>
              <a:buNone/>
              <a:defRPr sz="2000">
                <a:solidFill>
                  <a:schemeClr val="accent1"/>
                </a:solidFill>
                <a:latin typeface="Audiowide"/>
                <a:ea typeface="Audiowide"/>
                <a:cs typeface="Audiowide"/>
                <a:sym typeface="Audiowide"/>
              </a:defRPr>
            </a:lvl2pPr>
            <a:lvl3pPr lvl="2" rtl="0" algn="r">
              <a:spcBef>
                <a:spcPts val="0"/>
              </a:spcBef>
              <a:spcAft>
                <a:spcPts val="0"/>
              </a:spcAft>
              <a:buNone/>
              <a:defRPr sz="2000">
                <a:solidFill>
                  <a:schemeClr val="accent1"/>
                </a:solidFill>
                <a:latin typeface="Audiowide"/>
                <a:ea typeface="Audiowide"/>
                <a:cs typeface="Audiowide"/>
                <a:sym typeface="Audiowide"/>
              </a:defRPr>
            </a:lvl3pPr>
            <a:lvl4pPr lvl="3" rtl="0" algn="r">
              <a:spcBef>
                <a:spcPts val="0"/>
              </a:spcBef>
              <a:spcAft>
                <a:spcPts val="0"/>
              </a:spcAft>
              <a:buNone/>
              <a:defRPr sz="2000">
                <a:solidFill>
                  <a:schemeClr val="accent1"/>
                </a:solidFill>
                <a:latin typeface="Audiowide"/>
                <a:ea typeface="Audiowide"/>
                <a:cs typeface="Audiowide"/>
                <a:sym typeface="Audiowide"/>
              </a:defRPr>
            </a:lvl4pPr>
            <a:lvl5pPr lvl="4" rtl="0" algn="r">
              <a:spcBef>
                <a:spcPts val="0"/>
              </a:spcBef>
              <a:spcAft>
                <a:spcPts val="0"/>
              </a:spcAft>
              <a:buNone/>
              <a:defRPr sz="2000">
                <a:solidFill>
                  <a:schemeClr val="accent1"/>
                </a:solidFill>
                <a:latin typeface="Audiowide"/>
                <a:ea typeface="Audiowide"/>
                <a:cs typeface="Audiowide"/>
                <a:sym typeface="Audiowide"/>
              </a:defRPr>
            </a:lvl5pPr>
            <a:lvl6pPr lvl="5" rtl="0" algn="r">
              <a:spcBef>
                <a:spcPts val="0"/>
              </a:spcBef>
              <a:spcAft>
                <a:spcPts val="0"/>
              </a:spcAft>
              <a:buNone/>
              <a:defRPr sz="2000">
                <a:solidFill>
                  <a:schemeClr val="accent1"/>
                </a:solidFill>
                <a:latin typeface="Audiowide"/>
                <a:ea typeface="Audiowide"/>
                <a:cs typeface="Audiowide"/>
                <a:sym typeface="Audiowide"/>
              </a:defRPr>
            </a:lvl6pPr>
            <a:lvl7pPr lvl="6" rtl="0" algn="r">
              <a:spcBef>
                <a:spcPts val="0"/>
              </a:spcBef>
              <a:spcAft>
                <a:spcPts val="0"/>
              </a:spcAft>
              <a:buNone/>
              <a:defRPr sz="2000">
                <a:solidFill>
                  <a:schemeClr val="accent1"/>
                </a:solidFill>
                <a:latin typeface="Audiowide"/>
                <a:ea typeface="Audiowide"/>
                <a:cs typeface="Audiowide"/>
                <a:sym typeface="Audiowide"/>
              </a:defRPr>
            </a:lvl7pPr>
            <a:lvl8pPr lvl="7" rtl="0" algn="r">
              <a:spcBef>
                <a:spcPts val="0"/>
              </a:spcBef>
              <a:spcAft>
                <a:spcPts val="0"/>
              </a:spcAft>
              <a:buNone/>
              <a:defRPr sz="2000">
                <a:solidFill>
                  <a:schemeClr val="accent1"/>
                </a:solidFill>
                <a:latin typeface="Audiowide"/>
                <a:ea typeface="Audiowide"/>
                <a:cs typeface="Audiowide"/>
                <a:sym typeface="Audiowide"/>
              </a:defRPr>
            </a:lvl8pPr>
            <a:lvl9pPr lvl="8" rtl="0" algn="r">
              <a:spcBef>
                <a:spcPts val="0"/>
              </a:spcBef>
              <a:spcAft>
                <a:spcPts val="0"/>
              </a:spcAft>
              <a:buNone/>
              <a:defRPr sz="2000">
                <a:solidFill>
                  <a:schemeClr val="accent1"/>
                </a:solidFill>
                <a:latin typeface="Audiowide"/>
                <a:ea typeface="Audiowide"/>
                <a:cs typeface="Audiowide"/>
                <a:sym typeface="Audiowide"/>
              </a:defRPr>
            </a:lvl9pPr>
          </a:lstStyle>
          <a:p/>
        </p:txBody>
      </p:sp>
      <p:sp>
        <p:nvSpPr>
          <p:cNvPr id="505" name="Google Shape;505;p58"/>
          <p:cNvSpPr txBox="1"/>
          <p:nvPr>
            <p:ph idx="4" type="subTitle"/>
          </p:nvPr>
        </p:nvSpPr>
        <p:spPr>
          <a:xfrm>
            <a:off x="4708753" y="1915655"/>
            <a:ext cx="2326200" cy="484500"/>
          </a:xfrm>
          <a:prstGeom prst="rect">
            <a:avLst/>
          </a:prstGeom>
        </p:spPr>
        <p:txBody>
          <a:bodyPr anchorCtr="0" anchor="t" bIns="91425" lIns="91425" spcFirstLastPara="1" rIns="91425" wrap="square" tIns="91425">
            <a:noAutofit/>
          </a:bodyPr>
          <a:lstStyle>
            <a:lvl1pPr lvl="0" rtl="0" algn="r">
              <a:spcBef>
                <a:spcPts val="0"/>
              </a:spcBef>
              <a:spcAft>
                <a:spcPts val="0"/>
              </a:spcAft>
              <a:buNone/>
              <a:defRPr>
                <a:solidFill>
                  <a:schemeClr val="lt1"/>
                </a:solidFill>
              </a:defRPr>
            </a:lvl1pPr>
            <a:lvl2pPr lvl="1" rtl="0" algn="r">
              <a:spcBef>
                <a:spcPts val="0"/>
              </a:spcBef>
              <a:spcAft>
                <a:spcPts val="0"/>
              </a:spcAft>
              <a:buNone/>
              <a:defRPr>
                <a:solidFill>
                  <a:schemeClr val="lt1"/>
                </a:solidFill>
              </a:defRPr>
            </a:lvl2pPr>
            <a:lvl3pPr lvl="2" rtl="0" algn="r">
              <a:spcBef>
                <a:spcPts val="0"/>
              </a:spcBef>
              <a:spcAft>
                <a:spcPts val="0"/>
              </a:spcAft>
              <a:buNone/>
              <a:defRPr>
                <a:solidFill>
                  <a:schemeClr val="lt1"/>
                </a:solidFill>
              </a:defRPr>
            </a:lvl3pPr>
            <a:lvl4pPr lvl="3" rtl="0" algn="r">
              <a:spcBef>
                <a:spcPts val="0"/>
              </a:spcBef>
              <a:spcAft>
                <a:spcPts val="0"/>
              </a:spcAft>
              <a:buNone/>
              <a:defRPr>
                <a:solidFill>
                  <a:schemeClr val="lt1"/>
                </a:solidFill>
              </a:defRPr>
            </a:lvl4pPr>
            <a:lvl5pPr lvl="4" rtl="0" algn="r">
              <a:spcBef>
                <a:spcPts val="0"/>
              </a:spcBef>
              <a:spcAft>
                <a:spcPts val="0"/>
              </a:spcAft>
              <a:buNone/>
              <a:defRPr>
                <a:solidFill>
                  <a:schemeClr val="lt1"/>
                </a:solidFill>
              </a:defRPr>
            </a:lvl5pPr>
            <a:lvl6pPr lvl="5" rtl="0" algn="r">
              <a:spcBef>
                <a:spcPts val="0"/>
              </a:spcBef>
              <a:spcAft>
                <a:spcPts val="0"/>
              </a:spcAft>
              <a:buNone/>
              <a:defRPr>
                <a:solidFill>
                  <a:schemeClr val="lt1"/>
                </a:solidFill>
              </a:defRPr>
            </a:lvl6pPr>
            <a:lvl7pPr lvl="6" rtl="0" algn="r">
              <a:spcBef>
                <a:spcPts val="0"/>
              </a:spcBef>
              <a:spcAft>
                <a:spcPts val="0"/>
              </a:spcAft>
              <a:buNone/>
              <a:defRPr>
                <a:solidFill>
                  <a:schemeClr val="lt1"/>
                </a:solidFill>
              </a:defRPr>
            </a:lvl7pPr>
            <a:lvl8pPr lvl="7" rtl="0" algn="r">
              <a:spcBef>
                <a:spcPts val="0"/>
              </a:spcBef>
              <a:spcAft>
                <a:spcPts val="0"/>
              </a:spcAft>
              <a:buNone/>
              <a:defRPr>
                <a:solidFill>
                  <a:schemeClr val="lt1"/>
                </a:solidFill>
              </a:defRPr>
            </a:lvl8pPr>
            <a:lvl9pPr lvl="8" rtl="0" algn="r">
              <a:spcBef>
                <a:spcPts val="0"/>
              </a:spcBef>
              <a:spcAft>
                <a:spcPts val="0"/>
              </a:spcAft>
              <a:buNone/>
              <a:defRPr>
                <a:solidFill>
                  <a:schemeClr val="lt1"/>
                </a:solidFill>
              </a:defRPr>
            </a:lvl9pPr>
          </a:lstStyle>
          <a:p/>
        </p:txBody>
      </p:sp>
      <p:sp>
        <p:nvSpPr>
          <p:cNvPr id="506" name="Google Shape;506;p58"/>
          <p:cNvSpPr txBox="1"/>
          <p:nvPr>
            <p:ph idx="5" type="subTitle"/>
          </p:nvPr>
        </p:nvSpPr>
        <p:spPr>
          <a:xfrm>
            <a:off x="2109048" y="3102807"/>
            <a:ext cx="2313300" cy="457200"/>
          </a:xfrm>
          <a:prstGeom prst="rect">
            <a:avLst/>
          </a:prstGeom>
        </p:spPr>
        <p:txBody>
          <a:bodyPr anchorCtr="0" anchor="b" bIns="91425" lIns="91425" spcFirstLastPara="1" rIns="91425" wrap="square" tIns="91425">
            <a:noAutofit/>
          </a:bodyPr>
          <a:lstStyle>
            <a:lvl1pPr lvl="0" rtl="0">
              <a:spcBef>
                <a:spcPts val="0"/>
              </a:spcBef>
              <a:spcAft>
                <a:spcPts val="0"/>
              </a:spcAft>
              <a:buNone/>
              <a:defRPr sz="2000">
                <a:solidFill>
                  <a:schemeClr val="accent1"/>
                </a:solidFill>
                <a:latin typeface="Audiowide"/>
                <a:ea typeface="Audiowide"/>
                <a:cs typeface="Audiowide"/>
                <a:sym typeface="Audiowide"/>
              </a:defRPr>
            </a:lvl1pPr>
            <a:lvl2pPr lvl="1" rtl="0">
              <a:spcBef>
                <a:spcPts val="0"/>
              </a:spcBef>
              <a:spcAft>
                <a:spcPts val="0"/>
              </a:spcAft>
              <a:buNone/>
              <a:defRPr sz="2000">
                <a:solidFill>
                  <a:schemeClr val="accent1"/>
                </a:solidFill>
                <a:latin typeface="Audiowide"/>
                <a:ea typeface="Audiowide"/>
                <a:cs typeface="Audiowide"/>
                <a:sym typeface="Audiowide"/>
              </a:defRPr>
            </a:lvl2pPr>
            <a:lvl3pPr lvl="2" rtl="0">
              <a:spcBef>
                <a:spcPts val="0"/>
              </a:spcBef>
              <a:spcAft>
                <a:spcPts val="0"/>
              </a:spcAft>
              <a:buNone/>
              <a:defRPr sz="2000">
                <a:solidFill>
                  <a:schemeClr val="accent1"/>
                </a:solidFill>
                <a:latin typeface="Audiowide"/>
                <a:ea typeface="Audiowide"/>
                <a:cs typeface="Audiowide"/>
                <a:sym typeface="Audiowide"/>
              </a:defRPr>
            </a:lvl3pPr>
            <a:lvl4pPr lvl="3" rtl="0">
              <a:spcBef>
                <a:spcPts val="0"/>
              </a:spcBef>
              <a:spcAft>
                <a:spcPts val="0"/>
              </a:spcAft>
              <a:buNone/>
              <a:defRPr sz="2000">
                <a:solidFill>
                  <a:schemeClr val="accent1"/>
                </a:solidFill>
                <a:latin typeface="Audiowide"/>
                <a:ea typeface="Audiowide"/>
                <a:cs typeface="Audiowide"/>
                <a:sym typeface="Audiowide"/>
              </a:defRPr>
            </a:lvl4pPr>
            <a:lvl5pPr lvl="4" rtl="0">
              <a:spcBef>
                <a:spcPts val="0"/>
              </a:spcBef>
              <a:spcAft>
                <a:spcPts val="0"/>
              </a:spcAft>
              <a:buNone/>
              <a:defRPr sz="2000">
                <a:solidFill>
                  <a:schemeClr val="accent1"/>
                </a:solidFill>
                <a:latin typeface="Audiowide"/>
                <a:ea typeface="Audiowide"/>
                <a:cs typeface="Audiowide"/>
                <a:sym typeface="Audiowide"/>
              </a:defRPr>
            </a:lvl5pPr>
            <a:lvl6pPr lvl="5" rtl="0">
              <a:spcBef>
                <a:spcPts val="0"/>
              </a:spcBef>
              <a:spcAft>
                <a:spcPts val="0"/>
              </a:spcAft>
              <a:buNone/>
              <a:defRPr sz="2000">
                <a:solidFill>
                  <a:schemeClr val="accent1"/>
                </a:solidFill>
                <a:latin typeface="Audiowide"/>
                <a:ea typeface="Audiowide"/>
                <a:cs typeface="Audiowide"/>
                <a:sym typeface="Audiowide"/>
              </a:defRPr>
            </a:lvl6pPr>
            <a:lvl7pPr lvl="6" rtl="0">
              <a:spcBef>
                <a:spcPts val="0"/>
              </a:spcBef>
              <a:spcAft>
                <a:spcPts val="0"/>
              </a:spcAft>
              <a:buNone/>
              <a:defRPr sz="2000">
                <a:solidFill>
                  <a:schemeClr val="accent1"/>
                </a:solidFill>
                <a:latin typeface="Audiowide"/>
                <a:ea typeface="Audiowide"/>
                <a:cs typeface="Audiowide"/>
                <a:sym typeface="Audiowide"/>
              </a:defRPr>
            </a:lvl7pPr>
            <a:lvl8pPr lvl="7" rtl="0">
              <a:spcBef>
                <a:spcPts val="0"/>
              </a:spcBef>
              <a:spcAft>
                <a:spcPts val="0"/>
              </a:spcAft>
              <a:buNone/>
              <a:defRPr sz="2000">
                <a:solidFill>
                  <a:schemeClr val="accent1"/>
                </a:solidFill>
                <a:latin typeface="Audiowide"/>
                <a:ea typeface="Audiowide"/>
                <a:cs typeface="Audiowide"/>
                <a:sym typeface="Audiowide"/>
              </a:defRPr>
            </a:lvl8pPr>
            <a:lvl9pPr lvl="8" rtl="0">
              <a:spcBef>
                <a:spcPts val="0"/>
              </a:spcBef>
              <a:spcAft>
                <a:spcPts val="0"/>
              </a:spcAft>
              <a:buNone/>
              <a:defRPr sz="2000">
                <a:solidFill>
                  <a:schemeClr val="accent1"/>
                </a:solidFill>
                <a:latin typeface="Audiowide"/>
                <a:ea typeface="Audiowide"/>
                <a:cs typeface="Audiowide"/>
                <a:sym typeface="Audiowide"/>
              </a:defRPr>
            </a:lvl9pPr>
          </a:lstStyle>
          <a:p/>
        </p:txBody>
      </p:sp>
      <p:sp>
        <p:nvSpPr>
          <p:cNvPr id="507" name="Google Shape;507;p58"/>
          <p:cNvSpPr txBox="1"/>
          <p:nvPr>
            <p:ph idx="6" type="subTitle"/>
          </p:nvPr>
        </p:nvSpPr>
        <p:spPr>
          <a:xfrm>
            <a:off x="2109047" y="3462836"/>
            <a:ext cx="2313300" cy="484500"/>
          </a:xfrm>
          <a:prstGeom prst="rect">
            <a:avLst/>
          </a:prstGeom>
        </p:spPr>
        <p:txBody>
          <a:bodyPr anchorCtr="0" anchor="t" bIns="91425" lIns="91425" spcFirstLastPara="1" rIns="91425" wrap="square" tIns="91425">
            <a:noAutofit/>
          </a:bodyPr>
          <a:lstStyle>
            <a:lvl1pPr lvl="0" rtl="0">
              <a:spcBef>
                <a:spcPts val="0"/>
              </a:spcBef>
              <a:spcAft>
                <a:spcPts val="0"/>
              </a:spcAft>
              <a:buNone/>
              <a:defRPr>
                <a:solidFill>
                  <a:schemeClr val="lt1"/>
                </a:solidFill>
              </a:defRPr>
            </a:lvl1pPr>
            <a:lvl2pPr lvl="1" rtl="0">
              <a:spcBef>
                <a:spcPts val="0"/>
              </a:spcBef>
              <a:spcAft>
                <a:spcPts val="0"/>
              </a:spcAft>
              <a:buNone/>
              <a:defRPr>
                <a:solidFill>
                  <a:schemeClr val="lt1"/>
                </a:solidFill>
              </a:defRPr>
            </a:lvl2pPr>
            <a:lvl3pPr lvl="2" rtl="0">
              <a:spcBef>
                <a:spcPts val="0"/>
              </a:spcBef>
              <a:spcAft>
                <a:spcPts val="0"/>
              </a:spcAft>
              <a:buNone/>
              <a:defRPr>
                <a:solidFill>
                  <a:schemeClr val="lt1"/>
                </a:solidFill>
              </a:defRPr>
            </a:lvl3pPr>
            <a:lvl4pPr lvl="3" rtl="0">
              <a:spcBef>
                <a:spcPts val="0"/>
              </a:spcBef>
              <a:spcAft>
                <a:spcPts val="0"/>
              </a:spcAft>
              <a:buNone/>
              <a:defRPr>
                <a:solidFill>
                  <a:schemeClr val="lt1"/>
                </a:solidFill>
              </a:defRPr>
            </a:lvl4pPr>
            <a:lvl5pPr lvl="4" rtl="0">
              <a:spcBef>
                <a:spcPts val="0"/>
              </a:spcBef>
              <a:spcAft>
                <a:spcPts val="0"/>
              </a:spcAft>
              <a:buNone/>
              <a:defRPr>
                <a:solidFill>
                  <a:schemeClr val="lt1"/>
                </a:solidFill>
              </a:defRPr>
            </a:lvl5pPr>
            <a:lvl6pPr lvl="5" rtl="0">
              <a:spcBef>
                <a:spcPts val="0"/>
              </a:spcBef>
              <a:spcAft>
                <a:spcPts val="0"/>
              </a:spcAft>
              <a:buNone/>
              <a:defRPr>
                <a:solidFill>
                  <a:schemeClr val="lt1"/>
                </a:solidFill>
              </a:defRPr>
            </a:lvl6pPr>
            <a:lvl7pPr lvl="6" rtl="0">
              <a:spcBef>
                <a:spcPts val="0"/>
              </a:spcBef>
              <a:spcAft>
                <a:spcPts val="0"/>
              </a:spcAft>
              <a:buNone/>
              <a:defRPr>
                <a:solidFill>
                  <a:schemeClr val="lt1"/>
                </a:solidFill>
              </a:defRPr>
            </a:lvl7pPr>
            <a:lvl8pPr lvl="7" rtl="0">
              <a:spcBef>
                <a:spcPts val="0"/>
              </a:spcBef>
              <a:spcAft>
                <a:spcPts val="0"/>
              </a:spcAft>
              <a:buNone/>
              <a:defRPr>
                <a:solidFill>
                  <a:schemeClr val="lt1"/>
                </a:solidFill>
              </a:defRPr>
            </a:lvl8pPr>
            <a:lvl9pPr lvl="8" rtl="0">
              <a:spcBef>
                <a:spcPts val="0"/>
              </a:spcBef>
              <a:spcAft>
                <a:spcPts val="0"/>
              </a:spcAft>
              <a:buNone/>
              <a:defRPr>
                <a:solidFill>
                  <a:schemeClr val="lt1"/>
                </a:solidFill>
              </a:defRPr>
            </a:lvl9pPr>
          </a:lstStyle>
          <a:p/>
        </p:txBody>
      </p:sp>
      <p:sp>
        <p:nvSpPr>
          <p:cNvPr id="508" name="Google Shape;508;p58"/>
          <p:cNvSpPr txBox="1"/>
          <p:nvPr>
            <p:ph idx="7" type="subTitle"/>
          </p:nvPr>
        </p:nvSpPr>
        <p:spPr>
          <a:xfrm>
            <a:off x="4708750" y="3102806"/>
            <a:ext cx="2326200" cy="457200"/>
          </a:xfrm>
          <a:prstGeom prst="rect">
            <a:avLst/>
          </a:prstGeom>
        </p:spPr>
        <p:txBody>
          <a:bodyPr anchorCtr="0" anchor="b" bIns="91425" lIns="91425" spcFirstLastPara="1" rIns="91425" wrap="square" tIns="91425">
            <a:noAutofit/>
          </a:bodyPr>
          <a:lstStyle>
            <a:lvl1pPr lvl="0" rtl="0" algn="r">
              <a:spcBef>
                <a:spcPts val="0"/>
              </a:spcBef>
              <a:spcAft>
                <a:spcPts val="0"/>
              </a:spcAft>
              <a:buNone/>
              <a:defRPr sz="2000">
                <a:solidFill>
                  <a:schemeClr val="accent1"/>
                </a:solidFill>
                <a:latin typeface="Audiowide"/>
                <a:ea typeface="Audiowide"/>
                <a:cs typeface="Audiowide"/>
                <a:sym typeface="Audiowide"/>
              </a:defRPr>
            </a:lvl1pPr>
            <a:lvl2pPr lvl="1" rtl="0" algn="r">
              <a:spcBef>
                <a:spcPts val="0"/>
              </a:spcBef>
              <a:spcAft>
                <a:spcPts val="0"/>
              </a:spcAft>
              <a:buNone/>
              <a:defRPr sz="2000">
                <a:solidFill>
                  <a:schemeClr val="accent1"/>
                </a:solidFill>
                <a:latin typeface="Audiowide"/>
                <a:ea typeface="Audiowide"/>
                <a:cs typeface="Audiowide"/>
                <a:sym typeface="Audiowide"/>
              </a:defRPr>
            </a:lvl2pPr>
            <a:lvl3pPr lvl="2" rtl="0" algn="r">
              <a:spcBef>
                <a:spcPts val="0"/>
              </a:spcBef>
              <a:spcAft>
                <a:spcPts val="0"/>
              </a:spcAft>
              <a:buNone/>
              <a:defRPr sz="2000">
                <a:solidFill>
                  <a:schemeClr val="accent1"/>
                </a:solidFill>
                <a:latin typeface="Audiowide"/>
                <a:ea typeface="Audiowide"/>
                <a:cs typeface="Audiowide"/>
                <a:sym typeface="Audiowide"/>
              </a:defRPr>
            </a:lvl3pPr>
            <a:lvl4pPr lvl="3" rtl="0" algn="r">
              <a:spcBef>
                <a:spcPts val="0"/>
              </a:spcBef>
              <a:spcAft>
                <a:spcPts val="0"/>
              </a:spcAft>
              <a:buNone/>
              <a:defRPr sz="2000">
                <a:solidFill>
                  <a:schemeClr val="accent1"/>
                </a:solidFill>
                <a:latin typeface="Audiowide"/>
                <a:ea typeface="Audiowide"/>
                <a:cs typeface="Audiowide"/>
                <a:sym typeface="Audiowide"/>
              </a:defRPr>
            </a:lvl4pPr>
            <a:lvl5pPr lvl="4" rtl="0" algn="r">
              <a:spcBef>
                <a:spcPts val="0"/>
              </a:spcBef>
              <a:spcAft>
                <a:spcPts val="0"/>
              </a:spcAft>
              <a:buNone/>
              <a:defRPr sz="2000">
                <a:solidFill>
                  <a:schemeClr val="accent1"/>
                </a:solidFill>
                <a:latin typeface="Audiowide"/>
                <a:ea typeface="Audiowide"/>
                <a:cs typeface="Audiowide"/>
                <a:sym typeface="Audiowide"/>
              </a:defRPr>
            </a:lvl5pPr>
            <a:lvl6pPr lvl="5" rtl="0" algn="r">
              <a:spcBef>
                <a:spcPts val="0"/>
              </a:spcBef>
              <a:spcAft>
                <a:spcPts val="0"/>
              </a:spcAft>
              <a:buNone/>
              <a:defRPr sz="2000">
                <a:solidFill>
                  <a:schemeClr val="accent1"/>
                </a:solidFill>
                <a:latin typeface="Audiowide"/>
                <a:ea typeface="Audiowide"/>
                <a:cs typeface="Audiowide"/>
                <a:sym typeface="Audiowide"/>
              </a:defRPr>
            </a:lvl6pPr>
            <a:lvl7pPr lvl="6" rtl="0" algn="r">
              <a:spcBef>
                <a:spcPts val="0"/>
              </a:spcBef>
              <a:spcAft>
                <a:spcPts val="0"/>
              </a:spcAft>
              <a:buNone/>
              <a:defRPr sz="2000">
                <a:solidFill>
                  <a:schemeClr val="accent1"/>
                </a:solidFill>
                <a:latin typeface="Audiowide"/>
                <a:ea typeface="Audiowide"/>
                <a:cs typeface="Audiowide"/>
                <a:sym typeface="Audiowide"/>
              </a:defRPr>
            </a:lvl7pPr>
            <a:lvl8pPr lvl="7" rtl="0" algn="r">
              <a:spcBef>
                <a:spcPts val="0"/>
              </a:spcBef>
              <a:spcAft>
                <a:spcPts val="0"/>
              </a:spcAft>
              <a:buNone/>
              <a:defRPr sz="2000">
                <a:solidFill>
                  <a:schemeClr val="accent1"/>
                </a:solidFill>
                <a:latin typeface="Audiowide"/>
                <a:ea typeface="Audiowide"/>
                <a:cs typeface="Audiowide"/>
                <a:sym typeface="Audiowide"/>
              </a:defRPr>
            </a:lvl8pPr>
            <a:lvl9pPr lvl="8" rtl="0" algn="r">
              <a:spcBef>
                <a:spcPts val="0"/>
              </a:spcBef>
              <a:spcAft>
                <a:spcPts val="0"/>
              </a:spcAft>
              <a:buNone/>
              <a:defRPr sz="2000">
                <a:solidFill>
                  <a:schemeClr val="accent1"/>
                </a:solidFill>
                <a:latin typeface="Audiowide"/>
                <a:ea typeface="Audiowide"/>
                <a:cs typeface="Audiowide"/>
                <a:sym typeface="Audiowide"/>
              </a:defRPr>
            </a:lvl9pPr>
          </a:lstStyle>
          <a:p/>
        </p:txBody>
      </p:sp>
      <p:sp>
        <p:nvSpPr>
          <p:cNvPr id="509" name="Google Shape;509;p58"/>
          <p:cNvSpPr txBox="1"/>
          <p:nvPr>
            <p:ph idx="8" type="subTitle"/>
          </p:nvPr>
        </p:nvSpPr>
        <p:spPr>
          <a:xfrm>
            <a:off x="4708753" y="3462836"/>
            <a:ext cx="2326200" cy="484500"/>
          </a:xfrm>
          <a:prstGeom prst="rect">
            <a:avLst/>
          </a:prstGeom>
        </p:spPr>
        <p:txBody>
          <a:bodyPr anchorCtr="0" anchor="t" bIns="91425" lIns="91425" spcFirstLastPara="1" rIns="91425" wrap="square" tIns="91425">
            <a:noAutofit/>
          </a:bodyPr>
          <a:lstStyle>
            <a:lvl1pPr lvl="0" rtl="0" algn="r">
              <a:spcBef>
                <a:spcPts val="0"/>
              </a:spcBef>
              <a:spcAft>
                <a:spcPts val="0"/>
              </a:spcAft>
              <a:buNone/>
              <a:defRPr>
                <a:solidFill>
                  <a:schemeClr val="lt1"/>
                </a:solidFill>
              </a:defRPr>
            </a:lvl1pPr>
            <a:lvl2pPr lvl="1" rtl="0" algn="r">
              <a:spcBef>
                <a:spcPts val="0"/>
              </a:spcBef>
              <a:spcAft>
                <a:spcPts val="0"/>
              </a:spcAft>
              <a:buNone/>
              <a:defRPr>
                <a:solidFill>
                  <a:schemeClr val="lt1"/>
                </a:solidFill>
              </a:defRPr>
            </a:lvl2pPr>
            <a:lvl3pPr lvl="2" rtl="0" algn="r">
              <a:spcBef>
                <a:spcPts val="0"/>
              </a:spcBef>
              <a:spcAft>
                <a:spcPts val="0"/>
              </a:spcAft>
              <a:buNone/>
              <a:defRPr>
                <a:solidFill>
                  <a:schemeClr val="lt1"/>
                </a:solidFill>
              </a:defRPr>
            </a:lvl3pPr>
            <a:lvl4pPr lvl="3" rtl="0" algn="r">
              <a:spcBef>
                <a:spcPts val="0"/>
              </a:spcBef>
              <a:spcAft>
                <a:spcPts val="0"/>
              </a:spcAft>
              <a:buNone/>
              <a:defRPr>
                <a:solidFill>
                  <a:schemeClr val="lt1"/>
                </a:solidFill>
              </a:defRPr>
            </a:lvl4pPr>
            <a:lvl5pPr lvl="4" rtl="0" algn="r">
              <a:spcBef>
                <a:spcPts val="0"/>
              </a:spcBef>
              <a:spcAft>
                <a:spcPts val="0"/>
              </a:spcAft>
              <a:buNone/>
              <a:defRPr>
                <a:solidFill>
                  <a:schemeClr val="lt1"/>
                </a:solidFill>
              </a:defRPr>
            </a:lvl5pPr>
            <a:lvl6pPr lvl="5" rtl="0" algn="r">
              <a:spcBef>
                <a:spcPts val="0"/>
              </a:spcBef>
              <a:spcAft>
                <a:spcPts val="0"/>
              </a:spcAft>
              <a:buNone/>
              <a:defRPr>
                <a:solidFill>
                  <a:schemeClr val="lt1"/>
                </a:solidFill>
              </a:defRPr>
            </a:lvl6pPr>
            <a:lvl7pPr lvl="6" rtl="0" algn="r">
              <a:spcBef>
                <a:spcPts val="0"/>
              </a:spcBef>
              <a:spcAft>
                <a:spcPts val="0"/>
              </a:spcAft>
              <a:buNone/>
              <a:defRPr>
                <a:solidFill>
                  <a:schemeClr val="lt1"/>
                </a:solidFill>
              </a:defRPr>
            </a:lvl7pPr>
            <a:lvl8pPr lvl="7" rtl="0" algn="r">
              <a:spcBef>
                <a:spcPts val="0"/>
              </a:spcBef>
              <a:spcAft>
                <a:spcPts val="0"/>
              </a:spcAft>
              <a:buNone/>
              <a:defRPr>
                <a:solidFill>
                  <a:schemeClr val="lt1"/>
                </a:solidFill>
              </a:defRPr>
            </a:lvl8pPr>
            <a:lvl9pPr lvl="8" rtl="0" algn="r">
              <a:spcBef>
                <a:spcPts val="0"/>
              </a:spcBef>
              <a:spcAft>
                <a:spcPts val="0"/>
              </a:spcAft>
              <a:buNone/>
              <a:defRPr>
                <a:solidFill>
                  <a:schemeClr val="lt1"/>
                </a:solidFill>
              </a:defRPr>
            </a:lvl9pPr>
          </a:lstStyle>
          <a:p/>
        </p:txBody>
      </p:sp>
      <p:sp>
        <p:nvSpPr>
          <p:cNvPr id="510" name="Google Shape;510;p58"/>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11" name="Google Shape;511;p58"/>
          <p:cNvPicPr preferRelativeResize="0"/>
          <p:nvPr/>
        </p:nvPicPr>
        <p:blipFill rotWithShape="1">
          <a:blip r:embed="rId3">
            <a:alphaModFix amt="75000"/>
          </a:blip>
          <a:srcRect b="0" l="23664" r="0" t="13299"/>
          <a:stretch/>
        </p:blipFill>
        <p:spPr>
          <a:xfrm>
            <a:off x="-142875" y="-308600"/>
            <a:ext cx="4171950" cy="2933699"/>
          </a:xfrm>
          <a:prstGeom prst="rect">
            <a:avLst/>
          </a:prstGeom>
          <a:noFill/>
          <a:ln>
            <a:noFill/>
          </a:ln>
        </p:spPr>
      </p:pic>
      <p:pic>
        <p:nvPicPr>
          <p:cNvPr id="512" name="Google Shape;512;p58"/>
          <p:cNvPicPr preferRelativeResize="0"/>
          <p:nvPr/>
        </p:nvPicPr>
        <p:blipFill rotWithShape="1">
          <a:blip r:embed="rId3">
            <a:alphaModFix amt="75000"/>
          </a:blip>
          <a:srcRect b="0" l="21334" r="0" t="3883"/>
          <a:stretch/>
        </p:blipFill>
        <p:spPr>
          <a:xfrm rot="-10799995">
            <a:off x="5587300" y="2451302"/>
            <a:ext cx="3747200" cy="283507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5">
    <p:spTree>
      <p:nvGrpSpPr>
        <p:cNvPr id="513" name="Shape 513"/>
        <p:cNvGrpSpPr/>
        <p:nvPr/>
      </p:nvGrpSpPr>
      <p:grpSpPr>
        <a:xfrm>
          <a:off x="0" y="0"/>
          <a:ext cx="0" cy="0"/>
          <a:chOff x="0" y="0"/>
          <a:chExt cx="0" cy="0"/>
        </a:xfrm>
      </p:grpSpPr>
      <p:pic>
        <p:nvPicPr>
          <p:cNvPr id="514" name="Google Shape;514;p59"/>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515" name="Google Shape;515;p59"/>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59"/>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59"/>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59"/>
          <p:cNvSpPr txBox="1"/>
          <p:nvPr>
            <p:ph type="title"/>
          </p:nvPr>
        </p:nvSpPr>
        <p:spPr>
          <a:xfrm>
            <a:off x="720000" y="1748246"/>
            <a:ext cx="2423100" cy="42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2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519" name="Google Shape;519;p59"/>
          <p:cNvSpPr txBox="1"/>
          <p:nvPr>
            <p:ph idx="1" type="subTitle"/>
          </p:nvPr>
        </p:nvSpPr>
        <p:spPr>
          <a:xfrm>
            <a:off x="720204" y="2019748"/>
            <a:ext cx="2423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0" name="Google Shape;520;p59"/>
          <p:cNvSpPr txBox="1"/>
          <p:nvPr>
            <p:ph idx="2" type="title"/>
          </p:nvPr>
        </p:nvSpPr>
        <p:spPr>
          <a:xfrm>
            <a:off x="3368276" y="1748246"/>
            <a:ext cx="2423100" cy="42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2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521" name="Google Shape;521;p59"/>
          <p:cNvSpPr txBox="1"/>
          <p:nvPr>
            <p:ph idx="3" type="subTitle"/>
          </p:nvPr>
        </p:nvSpPr>
        <p:spPr>
          <a:xfrm>
            <a:off x="3368275" y="2019748"/>
            <a:ext cx="2423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2" name="Google Shape;522;p59"/>
          <p:cNvSpPr txBox="1"/>
          <p:nvPr>
            <p:ph idx="4" type="title"/>
          </p:nvPr>
        </p:nvSpPr>
        <p:spPr>
          <a:xfrm>
            <a:off x="720204" y="3237376"/>
            <a:ext cx="2423100" cy="42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2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523" name="Google Shape;523;p59"/>
          <p:cNvSpPr txBox="1"/>
          <p:nvPr>
            <p:ph idx="5" type="subTitle"/>
          </p:nvPr>
        </p:nvSpPr>
        <p:spPr>
          <a:xfrm>
            <a:off x="720204" y="3509446"/>
            <a:ext cx="2423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4" name="Google Shape;524;p59"/>
          <p:cNvSpPr txBox="1"/>
          <p:nvPr>
            <p:ph idx="6" type="title"/>
          </p:nvPr>
        </p:nvSpPr>
        <p:spPr>
          <a:xfrm>
            <a:off x="3368276" y="3237376"/>
            <a:ext cx="2423100" cy="42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2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525" name="Google Shape;525;p59"/>
          <p:cNvSpPr txBox="1"/>
          <p:nvPr>
            <p:ph idx="7" type="subTitle"/>
          </p:nvPr>
        </p:nvSpPr>
        <p:spPr>
          <a:xfrm>
            <a:off x="3368275" y="3509446"/>
            <a:ext cx="2423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6" name="Google Shape;526;p59"/>
          <p:cNvSpPr txBox="1"/>
          <p:nvPr>
            <p:ph idx="8" type="title"/>
          </p:nvPr>
        </p:nvSpPr>
        <p:spPr>
          <a:xfrm>
            <a:off x="6000876" y="1748246"/>
            <a:ext cx="2423100" cy="42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2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527" name="Google Shape;527;p59"/>
          <p:cNvSpPr txBox="1"/>
          <p:nvPr>
            <p:ph idx="9" type="subTitle"/>
          </p:nvPr>
        </p:nvSpPr>
        <p:spPr>
          <a:xfrm>
            <a:off x="6000875" y="2019748"/>
            <a:ext cx="2423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8" name="Google Shape;528;p59"/>
          <p:cNvSpPr txBox="1"/>
          <p:nvPr>
            <p:ph idx="13" type="title"/>
          </p:nvPr>
        </p:nvSpPr>
        <p:spPr>
          <a:xfrm>
            <a:off x="6000876" y="3237376"/>
            <a:ext cx="2423100" cy="426900"/>
          </a:xfrm>
          <a:prstGeom prst="rect">
            <a:avLst/>
          </a:prstGeom>
        </p:spPr>
        <p:txBody>
          <a:bodyPr anchorCtr="0" anchor="b" bIns="91425" lIns="91425" spcFirstLastPara="1" rIns="91425" wrap="square" tIns="91425">
            <a:noAutofit/>
          </a:bodyPr>
          <a:lstStyle>
            <a:lvl1pPr lvl="0" rtl="0" algn="ctr">
              <a:lnSpc>
                <a:spcPct val="132352"/>
              </a:lnSpc>
              <a:spcBef>
                <a:spcPts val="0"/>
              </a:spcBef>
              <a:spcAft>
                <a:spcPts val="0"/>
              </a:spcAft>
              <a:buSzPts val="2000"/>
              <a:buNone/>
              <a:defRPr sz="22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529" name="Google Shape;529;p59"/>
          <p:cNvSpPr txBox="1"/>
          <p:nvPr>
            <p:ph idx="14" type="subTitle"/>
          </p:nvPr>
        </p:nvSpPr>
        <p:spPr>
          <a:xfrm>
            <a:off x="6000875" y="3509446"/>
            <a:ext cx="2423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30" name="Google Shape;530;p59"/>
          <p:cNvSpPr txBox="1"/>
          <p:nvPr>
            <p:ph idx="15"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31" name="Google Shape;531;p59"/>
          <p:cNvPicPr preferRelativeResize="0"/>
          <p:nvPr/>
        </p:nvPicPr>
        <p:blipFill rotWithShape="1">
          <a:blip r:embed="rId3">
            <a:alphaModFix amt="75000"/>
          </a:blip>
          <a:srcRect b="0" l="23147" r="0" t="15754"/>
          <a:stretch/>
        </p:blipFill>
        <p:spPr>
          <a:xfrm rot="5400000">
            <a:off x="5748539" y="489536"/>
            <a:ext cx="4351724" cy="2953549"/>
          </a:xfrm>
          <a:prstGeom prst="rect">
            <a:avLst/>
          </a:prstGeom>
          <a:noFill/>
          <a:ln>
            <a:noFill/>
          </a:ln>
        </p:spPr>
      </p:pic>
      <p:pic>
        <p:nvPicPr>
          <p:cNvPr id="532" name="Google Shape;532;p59"/>
          <p:cNvPicPr preferRelativeResize="0"/>
          <p:nvPr/>
        </p:nvPicPr>
        <p:blipFill rotWithShape="1">
          <a:blip r:embed="rId3">
            <a:alphaModFix amt="75000"/>
          </a:blip>
          <a:srcRect b="0" l="19672" r="0" t="17471"/>
          <a:stretch/>
        </p:blipFill>
        <p:spPr>
          <a:xfrm rot="-5399996">
            <a:off x="-957325" y="1514479"/>
            <a:ext cx="4633974" cy="2947919"/>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9">
    <p:spTree>
      <p:nvGrpSpPr>
        <p:cNvPr id="533" name="Shape 533"/>
        <p:cNvGrpSpPr/>
        <p:nvPr/>
      </p:nvGrpSpPr>
      <p:grpSpPr>
        <a:xfrm>
          <a:off x="0" y="0"/>
          <a:ext cx="0" cy="0"/>
          <a:chOff x="0" y="0"/>
          <a:chExt cx="0" cy="0"/>
        </a:xfrm>
      </p:grpSpPr>
      <p:pic>
        <p:nvPicPr>
          <p:cNvPr id="534" name="Google Shape;534;p60"/>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535" name="Google Shape;535;p60"/>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60"/>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60"/>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60"/>
          <p:cNvSpPr txBox="1"/>
          <p:nvPr>
            <p:ph type="title"/>
          </p:nvPr>
        </p:nvSpPr>
        <p:spPr>
          <a:xfrm>
            <a:off x="867750" y="3269200"/>
            <a:ext cx="1841400" cy="36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539" name="Google Shape;539;p60"/>
          <p:cNvSpPr txBox="1"/>
          <p:nvPr>
            <p:ph idx="1" type="subTitle"/>
          </p:nvPr>
        </p:nvSpPr>
        <p:spPr>
          <a:xfrm>
            <a:off x="867750" y="3500976"/>
            <a:ext cx="18414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40" name="Google Shape;540;p60"/>
          <p:cNvSpPr txBox="1"/>
          <p:nvPr>
            <p:ph idx="2" type="title"/>
          </p:nvPr>
        </p:nvSpPr>
        <p:spPr>
          <a:xfrm>
            <a:off x="3651596" y="3269200"/>
            <a:ext cx="1841400" cy="36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541" name="Google Shape;541;p60"/>
          <p:cNvSpPr txBox="1"/>
          <p:nvPr>
            <p:ph idx="3" type="subTitle"/>
          </p:nvPr>
        </p:nvSpPr>
        <p:spPr>
          <a:xfrm>
            <a:off x="3651596" y="3500976"/>
            <a:ext cx="18414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42" name="Google Shape;542;p60"/>
          <p:cNvSpPr txBox="1"/>
          <p:nvPr>
            <p:ph idx="4" type="title"/>
          </p:nvPr>
        </p:nvSpPr>
        <p:spPr>
          <a:xfrm>
            <a:off x="6434843" y="3269200"/>
            <a:ext cx="1841400" cy="36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543" name="Google Shape;543;p60"/>
          <p:cNvSpPr txBox="1"/>
          <p:nvPr>
            <p:ph idx="5" type="subTitle"/>
          </p:nvPr>
        </p:nvSpPr>
        <p:spPr>
          <a:xfrm>
            <a:off x="6434843" y="3500976"/>
            <a:ext cx="18414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44" name="Google Shape;544;p60"/>
          <p:cNvSpPr txBox="1"/>
          <p:nvPr>
            <p:ph hasCustomPrompt="1" idx="6" type="title"/>
          </p:nvPr>
        </p:nvSpPr>
        <p:spPr>
          <a:xfrm>
            <a:off x="1316850" y="1989375"/>
            <a:ext cx="943200" cy="514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4800"/>
              <a:buNone/>
              <a:defRPr sz="2000">
                <a:solidFill>
                  <a:schemeClr val="accent1"/>
                </a:solidFill>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545" name="Google Shape;545;p60"/>
          <p:cNvSpPr txBox="1"/>
          <p:nvPr>
            <p:ph hasCustomPrompt="1" idx="7" type="title"/>
          </p:nvPr>
        </p:nvSpPr>
        <p:spPr>
          <a:xfrm>
            <a:off x="4100400" y="1989375"/>
            <a:ext cx="943200" cy="514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4800"/>
              <a:buNone/>
              <a:defRPr sz="2000">
                <a:solidFill>
                  <a:schemeClr val="accent1"/>
                </a:solidFill>
              </a:defRPr>
            </a:lvl1pPr>
            <a:lvl2pPr lvl="1" rtl="0" algn="ctr">
              <a:spcBef>
                <a:spcPts val="0"/>
              </a:spcBef>
              <a:spcAft>
                <a:spcPts val="0"/>
              </a:spcAft>
              <a:buClr>
                <a:schemeClr val="accent2"/>
              </a:buClr>
              <a:buSzPts val="4800"/>
              <a:buNone/>
              <a:defRPr sz="4800">
                <a:solidFill>
                  <a:schemeClr val="accent2"/>
                </a:solidFill>
              </a:defRPr>
            </a:lvl2pPr>
            <a:lvl3pPr lvl="2" rtl="0" algn="ctr">
              <a:spcBef>
                <a:spcPts val="0"/>
              </a:spcBef>
              <a:spcAft>
                <a:spcPts val="0"/>
              </a:spcAft>
              <a:buClr>
                <a:schemeClr val="accent2"/>
              </a:buClr>
              <a:buSzPts val="4800"/>
              <a:buNone/>
              <a:defRPr sz="4800">
                <a:solidFill>
                  <a:schemeClr val="accent2"/>
                </a:solidFill>
              </a:defRPr>
            </a:lvl3pPr>
            <a:lvl4pPr lvl="3" rtl="0" algn="ctr">
              <a:spcBef>
                <a:spcPts val="0"/>
              </a:spcBef>
              <a:spcAft>
                <a:spcPts val="0"/>
              </a:spcAft>
              <a:buClr>
                <a:schemeClr val="accent2"/>
              </a:buClr>
              <a:buSzPts val="4800"/>
              <a:buNone/>
              <a:defRPr sz="4800">
                <a:solidFill>
                  <a:schemeClr val="accent2"/>
                </a:solidFill>
              </a:defRPr>
            </a:lvl4pPr>
            <a:lvl5pPr lvl="4" rtl="0" algn="ctr">
              <a:spcBef>
                <a:spcPts val="0"/>
              </a:spcBef>
              <a:spcAft>
                <a:spcPts val="0"/>
              </a:spcAft>
              <a:buClr>
                <a:schemeClr val="accent2"/>
              </a:buClr>
              <a:buSzPts val="4800"/>
              <a:buNone/>
              <a:defRPr sz="4800">
                <a:solidFill>
                  <a:schemeClr val="accent2"/>
                </a:solidFill>
              </a:defRPr>
            </a:lvl5pPr>
            <a:lvl6pPr lvl="5" rtl="0" algn="ctr">
              <a:spcBef>
                <a:spcPts val="0"/>
              </a:spcBef>
              <a:spcAft>
                <a:spcPts val="0"/>
              </a:spcAft>
              <a:buClr>
                <a:schemeClr val="accent2"/>
              </a:buClr>
              <a:buSzPts val="4800"/>
              <a:buNone/>
              <a:defRPr sz="4800">
                <a:solidFill>
                  <a:schemeClr val="accent2"/>
                </a:solidFill>
              </a:defRPr>
            </a:lvl6pPr>
            <a:lvl7pPr lvl="6" rtl="0" algn="ctr">
              <a:spcBef>
                <a:spcPts val="0"/>
              </a:spcBef>
              <a:spcAft>
                <a:spcPts val="0"/>
              </a:spcAft>
              <a:buClr>
                <a:schemeClr val="accent2"/>
              </a:buClr>
              <a:buSzPts val="4800"/>
              <a:buNone/>
              <a:defRPr sz="4800">
                <a:solidFill>
                  <a:schemeClr val="accent2"/>
                </a:solidFill>
              </a:defRPr>
            </a:lvl7pPr>
            <a:lvl8pPr lvl="7" rtl="0" algn="ctr">
              <a:spcBef>
                <a:spcPts val="0"/>
              </a:spcBef>
              <a:spcAft>
                <a:spcPts val="0"/>
              </a:spcAft>
              <a:buClr>
                <a:schemeClr val="accent2"/>
              </a:buClr>
              <a:buSzPts val="4800"/>
              <a:buNone/>
              <a:defRPr sz="4800">
                <a:solidFill>
                  <a:schemeClr val="accent2"/>
                </a:solidFill>
              </a:defRPr>
            </a:lvl8pPr>
            <a:lvl9pPr lvl="8" rtl="0" algn="ctr">
              <a:spcBef>
                <a:spcPts val="0"/>
              </a:spcBef>
              <a:spcAft>
                <a:spcPts val="0"/>
              </a:spcAft>
              <a:buClr>
                <a:schemeClr val="accent2"/>
              </a:buClr>
              <a:buSzPts val="4800"/>
              <a:buNone/>
              <a:defRPr sz="4800">
                <a:solidFill>
                  <a:schemeClr val="accent2"/>
                </a:solidFill>
              </a:defRPr>
            </a:lvl9pPr>
          </a:lstStyle>
          <a:p>
            <a:r>
              <a:t>xx%</a:t>
            </a:r>
          </a:p>
        </p:txBody>
      </p:sp>
      <p:sp>
        <p:nvSpPr>
          <p:cNvPr id="546" name="Google Shape;546;p60"/>
          <p:cNvSpPr txBox="1"/>
          <p:nvPr>
            <p:ph hasCustomPrompt="1" idx="8" type="title"/>
          </p:nvPr>
        </p:nvSpPr>
        <p:spPr>
          <a:xfrm>
            <a:off x="6883943" y="1989375"/>
            <a:ext cx="943200" cy="514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4800"/>
              <a:buNone/>
              <a:defRPr sz="2000">
                <a:solidFill>
                  <a:schemeClr val="accent1"/>
                </a:solidFill>
              </a:defRPr>
            </a:lvl1pPr>
            <a:lvl2pPr lvl="1" rtl="0" algn="ctr">
              <a:spcBef>
                <a:spcPts val="0"/>
              </a:spcBef>
              <a:spcAft>
                <a:spcPts val="0"/>
              </a:spcAft>
              <a:buClr>
                <a:schemeClr val="accent2"/>
              </a:buClr>
              <a:buSzPts val="4800"/>
              <a:buNone/>
              <a:defRPr sz="4800">
                <a:solidFill>
                  <a:schemeClr val="accent2"/>
                </a:solidFill>
              </a:defRPr>
            </a:lvl2pPr>
            <a:lvl3pPr lvl="2" rtl="0" algn="ctr">
              <a:spcBef>
                <a:spcPts val="0"/>
              </a:spcBef>
              <a:spcAft>
                <a:spcPts val="0"/>
              </a:spcAft>
              <a:buClr>
                <a:schemeClr val="accent2"/>
              </a:buClr>
              <a:buSzPts val="4800"/>
              <a:buNone/>
              <a:defRPr sz="4800">
                <a:solidFill>
                  <a:schemeClr val="accent2"/>
                </a:solidFill>
              </a:defRPr>
            </a:lvl3pPr>
            <a:lvl4pPr lvl="3" rtl="0" algn="ctr">
              <a:spcBef>
                <a:spcPts val="0"/>
              </a:spcBef>
              <a:spcAft>
                <a:spcPts val="0"/>
              </a:spcAft>
              <a:buClr>
                <a:schemeClr val="accent2"/>
              </a:buClr>
              <a:buSzPts val="4800"/>
              <a:buNone/>
              <a:defRPr sz="4800">
                <a:solidFill>
                  <a:schemeClr val="accent2"/>
                </a:solidFill>
              </a:defRPr>
            </a:lvl4pPr>
            <a:lvl5pPr lvl="4" rtl="0" algn="ctr">
              <a:spcBef>
                <a:spcPts val="0"/>
              </a:spcBef>
              <a:spcAft>
                <a:spcPts val="0"/>
              </a:spcAft>
              <a:buClr>
                <a:schemeClr val="accent2"/>
              </a:buClr>
              <a:buSzPts val="4800"/>
              <a:buNone/>
              <a:defRPr sz="4800">
                <a:solidFill>
                  <a:schemeClr val="accent2"/>
                </a:solidFill>
              </a:defRPr>
            </a:lvl5pPr>
            <a:lvl6pPr lvl="5" rtl="0" algn="ctr">
              <a:spcBef>
                <a:spcPts val="0"/>
              </a:spcBef>
              <a:spcAft>
                <a:spcPts val="0"/>
              </a:spcAft>
              <a:buClr>
                <a:schemeClr val="accent2"/>
              </a:buClr>
              <a:buSzPts val="4800"/>
              <a:buNone/>
              <a:defRPr sz="4800">
                <a:solidFill>
                  <a:schemeClr val="accent2"/>
                </a:solidFill>
              </a:defRPr>
            </a:lvl6pPr>
            <a:lvl7pPr lvl="6" rtl="0" algn="ctr">
              <a:spcBef>
                <a:spcPts val="0"/>
              </a:spcBef>
              <a:spcAft>
                <a:spcPts val="0"/>
              </a:spcAft>
              <a:buClr>
                <a:schemeClr val="accent2"/>
              </a:buClr>
              <a:buSzPts val="4800"/>
              <a:buNone/>
              <a:defRPr sz="4800">
                <a:solidFill>
                  <a:schemeClr val="accent2"/>
                </a:solidFill>
              </a:defRPr>
            </a:lvl7pPr>
            <a:lvl8pPr lvl="7" rtl="0" algn="ctr">
              <a:spcBef>
                <a:spcPts val="0"/>
              </a:spcBef>
              <a:spcAft>
                <a:spcPts val="0"/>
              </a:spcAft>
              <a:buClr>
                <a:schemeClr val="accent2"/>
              </a:buClr>
              <a:buSzPts val="4800"/>
              <a:buNone/>
              <a:defRPr sz="4800">
                <a:solidFill>
                  <a:schemeClr val="accent2"/>
                </a:solidFill>
              </a:defRPr>
            </a:lvl8pPr>
            <a:lvl9pPr lvl="8" rtl="0" algn="ctr">
              <a:spcBef>
                <a:spcPts val="0"/>
              </a:spcBef>
              <a:spcAft>
                <a:spcPts val="0"/>
              </a:spcAft>
              <a:buClr>
                <a:schemeClr val="accent2"/>
              </a:buClr>
              <a:buSzPts val="4800"/>
              <a:buNone/>
              <a:defRPr sz="4800">
                <a:solidFill>
                  <a:schemeClr val="accent2"/>
                </a:solidFill>
              </a:defRPr>
            </a:lvl9pPr>
          </a:lstStyle>
          <a:p>
            <a:r>
              <a:t>xx%</a:t>
            </a:r>
          </a:p>
        </p:txBody>
      </p:sp>
      <p:sp>
        <p:nvSpPr>
          <p:cNvPr id="547" name="Google Shape;547;p60"/>
          <p:cNvSpPr txBox="1"/>
          <p:nvPr>
            <p:ph idx="9"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8" name="Google Shape;548;p60"/>
          <p:cNvPicPr preferRelativeResize="0"/>
          <p:nvPr/>
        </p:nvPicPr>
        <p:blipFill rotWithShape="1">
          <a:blip r:embed="rId3">
            <a:alphaModFix amt="75000"/>
          </a:blip>
          <a:srcRect b="0" l="23312" r="0" t="17389"/>
          <a:stretch/>
        </p:blipFill>
        <p:spPr>
          <a:xfrm rot="5400000">
            <a:off x="5724725" y="522874"/>
            <a:ext cx="4342200" cy="2896400"/>
          </a:xfrm>
          <a:prstGeom prst="rect">
            <a:avLst/>
          </a:prstGeom>
          <a:noFill/>
          <a:ln>
            <a:noFill/>
          </a:ln>
        </p:spPr>
      </p:pic>
      <p:pic>
        <p:nvPicPr>
          <p:cNvPr id="549" name="Google Shape;549;p60"/>
          <p:cNvPicPr preferRelativeResize="0"/>
          <p:nvPr/>
        </p:nvPicPr>
        <p:blipFill rotWithShape="1">
          <a:blip r:embed="rId3">
            <a:alphaModFix amt="75000"/>
          </a:blip>
          <a:srcRect b="0" l="21488" r="0" t="20407"/>
          <a:stretch/>
        </p:blipFill>
        <p:spPr>
          <a:xfrm rot="-5399996">
            <a:off x="-852549" y="1514479"/>
            <a:ext cx="4529198" cy="2843144"/>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7">
    <p:spTree>
      <p:nvGrpSpPr>
        <p:cNvPr id="550" name="Shape 550"/>
        <p:cNvGrpSpPr/>
        <p:nvPr/>
      </p:nvGrpSpPr>
      <p:grpSpPr>
        <a:xfrm>
          <a:off x="0" y="0"/>
          <a:ext cx="0" cy="0"/>
          <a:chOff x="0" y="0"/>
          <a:chExt cx="0" cy="0"/>
        </a:xfrm>
      </p:grpSpPr>
      <p:pic>
        <p:nvPicPr>
          <p:cNvPr id="551" name="Google Shape;551;p61"/>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552" name="Google Shape;552;p61"/>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61"/>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61"/>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61"/>
          <p:cNvSpPr txBox="1"/>
          <p:nvPr>
            <p:ph type="title"/>
          </p:nvPr>
        </p:nvSpPr>
        <p:spPr>
          <a:xfrm>
            <a:off x="721575" y="540775"/>
            <a:ext cx="7704000" cy="5727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56" name="Google Shape;556;p61"/>
          <p:cNvPicPr preferRelativeResize="0"/>
          <p:nvPr/>
        </p:nvPicPr>
        <p:blipFill rotWithShape="1">
          <a:blip r:embed="rId3">
            <a:alphaModFix amt="75000"/>
          </a:blip>
          <a:srcRect b="0" l="26204" r="0" t="0"/>
          <a:stretch/>
        </p:blipFill>
        <p:spPr>
          <a:xfrm rot="-5400000">
            <a:off x="-785911" y="1937192"/>
            <a:ext cx="3611223" cy="3030000"/>
          </a:xfrm>
          <a:prstGeom prst="rect">
            <a:avLst/>
          </a:prstGeom>
          <a:noFill/>
          <a:ln>
            <a:noFill/>
          </a:ln>
        </p:spPr>
      </p:pic>
      <p:pic>
        <p:nvPicPr>
          <p:cNvPr id="557" name="Google Shape;557;p61"/>
          <p:cNvPicPr preferRelativeResize="0"/>
          <p:nvPr/>
        </p:nvPicPr>
        <p:blipFill rotWithShape="1">
          <a:blip r:embed="rId3">
            <a:alphaModFix amt="75000"/>
          </a:blip>
          <a:srcRect b="0" l="26335" r="0" t="537"/>
          <a:stretch/>
        </p:blipFill>
        <p:spPr>
          <a:xfrm rot="5400005">
            <a:off x="6372987" y="109689"/>
            <a:ext cx="3429100" cy="2866821"/>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8">
    <p:spTree>
      <p:nvGrpSpPr>
        <p:cNvPr id="558" name="Shape 558"/>
        <p:cNvGrpSpPr/>
        <p:nvPr/>
      </p:nvGrpSpPr>
      <p:grpSpPr>
        <a:xfrm>
          <a:off x="0" y="0"/>
          <a:ext cx="0" cy="0"/>
          <a:chOff x="0" y="0"/>
          <a:chExt cx="0" cy="0"/>
        </a:xfrm>
      </p:grpSpPr>
      <p:pic>
        <p:nvPicPr>
          <p:cNvPr id="559" name="Google Shape;559;p62"/>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560" name="Google Shape;560;p62"/>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62"/>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62"/>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62"/>
          <p:cNvSpPr txBox="1"/>
          <p:nvPr>
            <p:ph type="ctrTitle"/>
          </p:nvPr>
        </p:nvSpPr>
        <p:spPr>
          <a:xfrm>
            <a:off x="2243613" y="573100"/>
            <a:ext cx="4661700" cy="1155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200"/>
              <a:buNone/>
              <a:defRPr sz="7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64" name="Google Shape;564;p62"/>
          <p:cNvSpPr txBox="1"/>
          <p:nvPr>
            <p:ph idx="1" type="subTitle"/>
          </p:nvPr>
        </p:nvSpPr>
        <p:spPr>
          <a:xfrm>
            <a:off x="2243625" y="1723300"/>
            <a:ext cx="4661700" cy="11556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1400"/>
              <a:buNone/>
              <a:defRPr sz="1600">
                <a:solidFill>
                  <a:schemeClr val="lt1"/>
                </a:solidFill>
              </a:defRPr>
            </a:lvl1pPr>
            <a:lvl2pPr lvl="1" rtl="0" algn="ctr">
              <a:lnSpc>
                <a:spcPct val="100000"/>
              </a:lnSpc>
              <a:spcBef>
                <a:spcPts val="0"/>
              </a:spcBef>
              <a:spcAft>
                <a:spcPts val="0"/>
              </a:spcAft>
              <a:buClr>
                <a:schemeClr val="lt1"/>
              </a:buClr>
              <a:buSzPts val="1800"/>
              <a:buNone/>
              <a:defRPr sz="1800">
                <a:solidFill>
                  <a:schemeClr val="lt1"/>
                </a:solidFill>
              </a:defRPr>
            </a:lvl2pPr>
            <a:lvl3pPr lvl="2" rtl="0" algn="ctr">
              <a:lnSpc>
                <a:spcPct val="100000"/>
              </a:lnSpc>
              <a:spcBef>
                <a:spcPts val="0"/>
              </a:spcBef>
              <a:spcAft>
                <a:spcPts val="0"/>
              </a:spcAft>
              <a:buClr>
                <a:schemeClr val="lt1"/>
              </a:buClr>
              <a:buSzPts val="1800"/>
              <a:buNone/>
              <a:defRPr sz="1800">
                <a:solidFill>
                  <a:schemeClr val="lt1"/>
                </a:solidFill>
              </a:defRPr>
            </a:lvl3pPr>
            <a:lvl4pPr lvl="3" rtl="0" algn="ctr">
              <a:lnSpc>
                <a:spcPct val="100000"/>
              </a:lnSpc>
              <a:spcBef>
                <a:spcPts val="0"/>
              </a:spcBef>
              <a:spcAft>
                <a:spcPts val="0"/>
              </a:spcAft>
              <a:buClr>
                <a:schemeClr val="lt1"/>
              </a:buClr>
              <a:buSzPts val="1800"/>
              <a:buNone/>
              <a:defRPr sz="1800">
                <a:solidFill>
                  <a:schemeClr val="lt1"/>
                </a:solidFill>
              </a:defRPr>
            </a:lvl4pPr>
            <a:lvl5pPr lvl="4" rtl="0" algn="ctr">
              <a:lnSpc>
                <a:spcPct val="100000"/>
              </a:lnSpc>
              <a:spcBef>
                <a:spcPts val="0"/>
              </a:spcBef>
              <a:spcAft>
                <a:spcPts val="0"/>
              </a:spcAft>
              <a:buClr>
                <a:schemeClr val="lt1"/>
              </a:buClr>
              <a:buSzPts val="1800"/>
              <a:buNone/>
              <a:defRPr sz="1800">
                <a:solidFill>
                  <a:schemeClr val="lt1"/>
                </a:solidFill>
              </a:defRPr>
            </a:lvl5pPr>
            <a:lvl6pPr lvl="5" rtl="0" algn="ctr">
              <a:lnSpc>
                <a:spcPct val="100000"/>
              </a:lnSpc>
              <a:spcBef>
                <a:spcPts val="0"/>
              </a:spcBef>
              <a:spcAft>
                <a:spcPts val="0"/>
              </a:spcAft>
              <a:buClr>
                <a:schemeClr val="lt1"/>
              </a:buClr>
              <a:buSzPts val="1800"/>
              <a:buNone/>
              <a:defRPr sz="1800">
                <a:solidFill>
                  <a:schemeClr val="lt1"/>
                </a:solidFill>
              </a:defRPr>
            </a:lvl6pPr>
            <a:lvl7pPr lvl="6" rtl="0" algn="ctr">
              <a:lnSpc>
                <a:spcPct val="100000"/>
              </a:lnSpc>
              <a:spcBef>
                <a:spcPts val="0"/>
              </a:spcBef>
              <a:spcAft>
                <a:spcPts val="0"/>
              </a:spcAft>
              <a:buClr>
                <a:schemeClr val="lt1"/>
              </a:buClr>
              <a:buSzPts val="1800"/>
              <a:buNone/>
              <a:defRPr sz="1800">
                <a:solidFill>
                  <a:schemeClr val="lt1"/>
                </a:solidFill>
              </a:defRPr>
            </a:lvl7pPr>
            <a:lvl8pPr lvl="7" rtl="0" algn="ctr">
              <a:lnSpc>
                <a:spcPct val="100000"/>
              </a:lnSpc>
              <a:spcBef>
                <a:spcPts val="0"/>
              </a:spcBef>
              <a:spcAft>
                <a:spcPts val="0"/>
              </a:spcAft>
              <a:buClr>
                <a:schemeClr val="lt1"/>
              </a:buClr>
              <a:buSzPts val="1800"/>
              <a:buNone/>
              <a:defRPr sz="1800">
                <a:solidFill>
                  <a:schemeClr val="lt1"/>
                </a:solidFill>
              </a:defRPr>
            </a:lvl8pPr>
            <a:lvl9pPr lvl="8" rtl="0" algn="ctr">
              <a:lnSpc>
                <a:spcPct val="100000"/>
              </a:lnSpc>
              <a:spcBef>
                <a:spcPts val="0"/>
              </a:spcBef>
              <a:spcAft>
                <a:spcPts val="0"/>
              </a:spcAft>
              <a:buClr>
                <a:schemeClr val="lt1"/>
              </a:buClr>
              <a:buSzPts val="1800"/>
              <a:buNone/>
              <a:defRPr sz="1800">
                <a:solidFill>
                  <a:schemeClr val="lt1"/>
                </a:solidFill>
              </a:defRPr>
            </a:lvl9pPr>
          </a:lstStyle>
          <a:p/>
        </p:txBody>
      </p:sp>
      <p:sp>
        <p:nvSpPr>
          <p:cNvPr id="565" name="Google Shape;565;p62"/>
          <p:cNvSpPr txBox="1"/>
          <p:nvPr/>
        </p:nvSpPr>
        <p:spPr>
          <a:xfrm>
            <a:off x="2072100" y="4182850"/>
            <a:ext cx="4999800" cy="420600"/>
          </a:xfrm>
          <a:prstGeom prst="rect">
            <a:avLst/>
          </a:prstGeom>
          <a:noFill/>
          <a:ln>
            <a:noFill/>
          </a:ln>
        </p:spPr>
        <p:txBody>
          <a:bodyPr anchorCtr="0" anchor="b" bIns="0" lIns="91425" spcFirstLastPara="1" rIns="0" wrap="square" tIns="0">
            <a:noAutofit/>
          </a:bodyPr>
          <a:lstStyle/>
          <a:p>
            <a:pPr indent="0" lvl="0" marL="0" rtl="0" algn="ctr">
              <a:lnSpc>
                <a:spcPct val="100000"/>
              </a:lnSpc>
              <a:spcBef>
                <a:spcPts val="300"/>
              </a:spcBef>
              <a:spcAft>
                <a:spcPts val="0"/>
              </a:spcAft>
              <a:buNone/>
            </a:pPr>
            <a:r>
              <a:rPr lang="en" sz="1200">
                <a:solidFill>
                  <a:schemeClr val="lt1"/>
                </a:solidFill>
                <a:latin typeface="Karla"/>
                <a:ea typeface="Karla"/>
                <a:cs typeface="Karla"/>
                <a:sym typeface="Karla"/>
              </a:rPr>
              <a:t>CREDITS: This presentation template was created by </a:t>
            </a:r>
            <a:r>
              <a:rPr b="1" lang="en" sz="1200">
                <a:solidFill>
                  <a:schemeClr val="lt1"/>
                </a:solidFill>
                <a:uFill>
                  <a:noFill/>
                </a:uFill>
                <a:latin typeface="Karla"/>
                <a:ea typeface="Karla"/>
                <a:cs typeface="Karla"/>
                <a:sym typeface="Karla"/>
                <a:hlinkClick r:id="rId3">
                  <a:extLst>
                    <a:ext uri="{A12FA001-AC4F-418D-AE19-62706E023703}">
                      <ahyp:hlinkClr val="tx"/>
                    </a:ext>
                  </a:extLst>
                </a:hlinkClick>
              </a:rPr>
              <a:t>Slidesgo</a:t>
            </a:r>
            <a:r>
              <a:rPr lang="en" sz="1200">
                <a:solidFill>
                  <a:schemeClr val="lt1"/>
                </a:solidFill>
                <a:latin typeface="Karla"/>
                <a:ea typeface="Karla"/>
                <a:cs typeface="Karla"/>
                <a:sym typeface="Karla"/>
              </a:rPr>
              <a:t>, and includes icons by </a:t>
            </a:r>
            <a:r>
              <a:rPr b="1" lang="en" sz="1200">
                <a:solidFill>
                  <a:schemeClr val="lt1"/>
                </a:solidFill>
                <a:uFill>
                  <a:noFill/>
                </a:uFill>
                <a:latin typeface="Karla"/>
                <a:ea typeface="Karla"/>
                <a:cs typeface="Karla"/>
                <a:sym typeface="Karla"/>
                <a:hlinkClick r:id="rId4">
                  <a:extLst>
                    <a:ext uri="{A12FA001-AC4F-418D-AE19-62706E023703}">
                      <ahyp:hlinkClr val="tx"/>
                    </a:ext>
                  </a:extLst>
                </a:hlinkClick>
              </a:rPr>
              <a:t>Flaticon</a:t>
            </a:r>
            <a:r>
              <a:rPr lang="en" sz="1200">
                <a:solidFill>
                  <a:schemeClr val="lt1"/>
                </a:solidFill>
                <a:latin typeface="Karla"/>
                <a:ea typeface="Karla"/>
                <a:cs typeface="Karla"/>
                <a:sym typeface="Karla"/>
              </a:rPr>
              <a:t> and infographics &amp; images by </a:t>
            </a:r>
            <a:r>
              <a:rPr b="1" lang="en" sz="1200">
                <a:solidFill>
                  <a:schemeClr val="lt1"/>
                </a:solidFill>
                <a:uFill>
                  <a:noFill/>
                </a:uFill>
                <a:latin typeface="Karla"/>
                <a:ea typeface="Karla"/>
                <a:cs typeface="Karla"/>
                <a:sym typeface="Karla"/>
                <a:hlinkClick r:id="rId5">
                  <a:extLst>
                    <a:ext uri="{A12FA001-AC4F-418D-AE19-62706E023703}">
                      <ahyp:hlinkClr val="tx"/>
                    </a:ext>
                  </a:extLst>
                </a:hlinkClick>
              </a:rPr>
              <a:t>Freepik</a:t>
            </a:r>
            <a:endParaRPr b="1" sz="1200">
              <a:solidFill>
                <a:schemeClr val="lt1"/>
              </a:solidFill>
              <a:latin typeface="Karla"/>
              <a:ea typeface="Karla"/>
              <a:cs typeface="Karla"/>
              <a:sym typeface="Karla"/>
            </a:endParaRPr>
          </a:p>
        </p:txBody>
      </p:sp>
      <p:pic>
        <p:nvPicPr>
          <p:cNvPr id="566" name="Google Shape;566;p62"/>
          <p:cNvPicPr preferRelativeResize="0"/>
          <p:nvPr/>
        </p:nvPicPr>
        <p:blipFill rotWithShape="1">
          <a:blip r:embed="rId6">
            <a:alphaModFix amt="75000"/>
          </a:blip>
          <a:srcRect b="0" l="18320" r="0" t="0"/>
          <a:stretch/>
        </p:blipFill>
        <p:spPr>
          <a:xfrm rot="5400000">
            <a:off x="5077976" y="347474"/>
            <a:ext cx="5076823" cy="3848475"/>
          </a:xfrm>
          <a:prstGeom prst="rect">
            <a:avLst/>
          </a:prstGeom>
          <a:noFill/>
          <a:ln>
            <a:noFill/>
          </a:ln>
        </p:spPr>
      </p:pic>
      <p:pic>
        <p:nvPicPr>
          <p:cNvPr id="567" name="Google Shape;567;p62"/>
          <p:cNvPicPr preferRelativeResize="0"/>
          <p:nvPr/>
        </p:nvPicPr>
        <p:blipFill rotWithShape="1">
          <a:blip r:embed="rId6">
            <a:alphaModFix amt="75000"/>
          </a:blip>
          <a:srcRect b="0" l="14258" r="0" t="537"/>
          <a:stretch/>
        </p:blipFill>
        <p:spPr>
          <a:xfrm rot="-5399997">
            <a:off x="-1076912" y="756716"/>
            <a:ext cx="5372099" cy="3858670"/>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8">
    <p:spTree>
      <p:nvGrpSpPr>
        <p:cNvPr id="568" name="Shape 568"/>
        <p:cNvGrpSpPr/>
        <p:nvPr/>
      </p:nvGrpSpPr>
      <p:grpSpPr>
        <a:xfrm>
          <a:off x="0" y="0"/>
          <a:ext cx="0" cy="0"/>
          <a:chOff x="0" y="0"/>
          <a:chExt cx="0" cy="0"/>
        </a:xfrm>
      </p:grpSpPr>
      <p:pic>
        <p:nvPicPr>
          <p:cNvPr id="569" name="Google Shape;569;p63"/>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570" name="Google Shape;570;p63"/>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63"/>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63"/>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73" name="Google Shape;573;p63"/>
          <p:cNvPicPr preferRelativeResize="0"/>
          <p:nvPr/>
        </p:nvPicPr>
        <p:blipFill rotWithShape="1">
          <a:blip r:embed="rId3">
            <a:alphaModFix amt="75000"/>
          </a:blip>
          <a:srcRect b="0" l="23664" r="0" t="13299"/>
          <a:stretch/>
        </p:blipFill>
        <p:spPr>
          <a:xfrm>
            <a:off x="9525" y="-156200"/>
            <a:ext cx="4171950" cy="2933699"/>
          </a:xfrm>
          <a:prstGeom prst="rect">
            <a:avLst/>
          </a:prstGeom>
          <a:noFill/>
          <a:ln>
            <a:noFill/>
          </a:ln>
        </p:spPr>
      </p:pic>
      <p:pic>
        <p:nvPicPr>
          <p:cNvPr id="574" name="Google Shape;574;p63"/>
          <p:cNvPicPr preferRelativeResize="0"/>
          <p:nvPr/>
        </p:nvPicPr>
        <p:blipFill rotWithShape="1">
          <a:blip r:embed="rId3">
            <a:alphaModFix amt="75000"/>
          </a:blip>
          <a:srcRect b="0" l="21334" r="0" t="3883"/>
          <a:stretch/>
        </p:blipFill>
        <p:spPr>
          <a:xfrm rot="-10799995">
            <a:off x="5739700" y="2603702"/>
            <a:ext cx="3747200" cy="2835070"/>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8_1">
    <p:spTree>
      <p:nvGrpSpPr>
        <p:cNvPr id="575" name="Shape 575"/>
        <p:cNvGrpSpPr/>
        <p:nvPr/>
      </p:nvGrpSpPr>
      <p:grpSpPr>
        <a:xfrm>
          <a:off x="0" y="0"/>
          <a:ext cx="0" cy="0"/>
          <a:chOff x="0" y="0"/>
          <a:chExt cx="0" cy="0"/>
        </a:xfrm>
      </p:grpSpPr>
      <p:pic>
        <p:nvPicPr>
          <p:cNvPr id="576" name="Google Shape;576;p64"/>
          <p:cNvPicPr preferRelativeResize="0"/>
          <p:nvPr/>
        </p:nvPicPr>
        <p:blipFill rotWithShape="1">
          <a:blip r:embed="rId2">
            <a:alphaModFix/>
          </a:blip>
          <a:srcRect b="17753" l="0" r="0" t="1620"/>
          <a:stretch/>
        </p:blipFill>
        <p:spPr>
          <a:xfrm>
            <a:off x="-181700" y="-257175"/>
            <a:ext cx="9649551" cy="5667373"/>
          </a:xfrm>
          <a:prstGeom prst="rect">
            <a:avLst/>
          </a:prstGeom>
          <a:noFill/>
          <a:ln>
            <a:noFill/>
          </a:ln>
        </p:spPr>
      </p:pic>
      <p:sp>
        <p:nvSpPr>
          <p:cNvPr id="577" name="Google Shape;577;p64"/>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64"/>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64"/>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80" name="Google Shape;580;p64"/>
          <p:cNvPicPr preferRelativeResize="0"/>
          <p:nvPr/>
        </p:nvPicPr>
        <p:blipFill rotWithShape="1">
          <a:blip r:embed="rId3">
            <a:alphaModFix amt="75000"/>
          </a:blip>
          <a:srcRect b="0" l="20356" r="0" t="0"/>
          <a:stretch/>
        </p:blipFill>
        <p:spPr>
          <a:xfrm rot="5400000">
            <a:off x="4631025" y="510125"/>
            <a:ext cx="5524500" cy="4294700"/>
          </a:xfrm>
          <a:prstGeom prst="rect">
            <a:avLst/>
          </a:prstGeom>
          <a:noFill/>
          <a:ln>
            <a:noFill/>
          </a:ln>
        </p:spPr>
      </p:pic>
      <p:pic>
        <p:nvPicPr>
          <p:cNvPr id="581" name="Google Shape;581;p64"/>
          <p:cNvPicPr preferRelativeResize="0"/>
          <p:nvPr/>
        </p:nvPicPr>
        <p:blipFill rotWithShape="1">
          <a:blip r:embed="rId3">
            <a:alphaModFix amt="75000"/>
          </a:blip>
          <a:srcRect b="0" l="16645" r="0" t="537"/>
          <a:stretch/>
        </p:blipFill>
        <p:spPr>
          <a:xfrm rot="-5399997">
            <a:off x="-1058539" y="294014"/>
            <a:ext cx="5654502" cy="417781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theme" Target="../theme/theme4.xml"/><Relationship Id="rId25" Type="http://schemas.openxmlformats.org/officeDocument/2006/relationships/slideLayout" Target="../slideLayouts/slideLayout36.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6.xml"/><Relationship Id="rId22" Type="http://schemas.openxmlformats.org/officeDocument/2006/relationships/slideLayout" Target="../slideLayouts/slideLayout58.xml"/><Relationship Id="rId21" Type="http://schemas.openxmlformats.org/officeDocument/2006/relationships/slideLayout" Target="../slideLayouts/slideLayout57.xml"/><Relationship Id="rId24" Type="http://schemas.openxmlformats.org/officeDocument/2006/relationships/slideLayout" Target="../slideLayouts/slideLayout60.xml"/><Relationship Id="rId23" Type="http://schemas.openxmlformats.org/officeDocument/2006/relationships/slideLayout" Target="../slideLayouts/slideLayout59.xml"/><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9" Type="http://schemas.openxmlformats.org/officeDocument/2006/relationships/slideLayout" Target="../slideLayouts/slideLayout45.xml"/><Relationship Id="rId26" Type="http://schemas.openxmlformats.org/officeDocument/2006/relationships/theme" Target="../theme/theme1.xml"/><Relationship Id="rId25" Type="http://schemas.openxmlformats.org/officeDocument/2006/relationships/slideLayout" Target="../slideLayouts/slideLayout61.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 Id="rId11" Type="http://schemas.openxmlformats.org/officeDocument/2006/relationships/slideLayout" Target="../slideLayouts/slideLayout47.xml"/><Relationship Id="rId10" Type="http://schemas.openxmlformats.org/officeDocument/2006/relationships/slideLayout" Target="../slideLayouts/slideLayout46.xml"/><Relationship Id="rId13" Type="http://schemas.openxmlformats.org/officeDocument/2006/relationships/slideLayout" Target="../slideLayouts/slideLayout49.xml"/><Relationship Id="rId12" Type="http://schemas.openxmlformats.org/officeDocument/2006/relationships/slideLayout" Target="../slideLayouts/slideLayout48.xml"/><Relationship Id="rId15" Type="http://schemas.openxmlformats.org/officeDocument/2006/relationships/slideLayout" Target="../slideLayouts/slideLayout51.xml"/><Relationship Id="rId14" Type="http://schemas.openxmlformats.org/officeDocument/2006/relationships/slideLayout" Target="../slideLayouts/slideLayout50.xml"/><Relationship Id="rId17" Type="http://schemas.openxmlformats.org/officeDocument/2006/relationships/slideLayout" Target="../slideLayouts/slideLayout53.xml"/><Relationship Id="rId16" Type="http://schemas.openxmlformats.org/officeDocument/2006/relationships/slideLayout" Target="../slideLayouts/slideLayout52.xml"/><Relationship Id="rId19" Type="http://schemas.openxmlformats.org/officeDocument/2006/relationships/slideLayout" Target="../slideLayouts/slideLayout55.xml"/><Relationship Id="rId18"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dk2"/>
            </a:gs>
            <a:gs pos="37000">
              <a:schemeClr val="dk1"/>
            </a:gs>
            <a:gs pos="63000">
              <a:schemeClr val="dk1"/>
            </a:gs>
            <a:gs pos="100000">
              <a:schemeClr val="dk2"/>
            </a:gs>
          </a:gsLst>
          <a:lin ang="5400012" scaled="0"/>
        </a:gra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82475" y="540000"/>
            <a:ext cx="7704000" cy="5727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Clr>
                <a:schemeClr val="lt1"/>
              </a:buClr>
              <a:buSzPts val="2800"/>
              <a:buFont typeface="Audiowide"/>
              <a:buNone/>
              <a:defRPr sz="2800">
                <a:solidFill>
                  <a:schemeClr val="lt1"/>
                </a:solidFill>
                <a:latin typeface="Audiowide"/>
                <a:ea typeface="Audiowide"/>
                <a:cs typeface="Audiowide"/>
                <a:sym typeface="Audiowide"/>
              </a:defRPr>
            </a:lvl1pPr>
            <a:lvl2pPr lvl="1" rtl="0">
              <a:spcBef>
                <a:spcPts val="0"/>
              </a:spcBef>
              <a:spcAft>
                <a:spcPts val="0"/>
              </a:spcAft>
              <a:buClr>
                <a:schemeClr val="lt2"/>
              </a:buClr>
              <a:buSzPts val="2800"/>
              <a:buNone/>
              <a:defRPr sz="2800">
                <a:solidFill>
                  <a:schemeClr val="lt2"/>
                </a:solidFill>
              </a:defRPr>
            </a:lvl2pPr>
            <a:lvl3pPr lvl="2" rtl="0">
              <a:spcBef>
                <a:spcPts val="0"/>
              </a:spcBef>
              <a:spcAft>
                <a:spcPts val="0"/>
              </a:spcAft>
              <a:buClr>
                <a:schemeClr val="lt2"/>
              </a:buClr>
              <a:buSzPts val="2800"/>
              <a:buNone/>
              <a:defRPr sz="2800">
                <a:solidFill>
                  <a:schemeClr val="lt2"/>
                </a:solidFill>
              </a:defRPr>
            </a:lvl3pPr>
            <a:lvl4pPr lvl="3" rtl="0">
              <a:spcBef>
                <a:spcPts val="0"/>
              </a:spcBef>
              <a:spcAft>
                <a:spcPts val="0"/>
              </a:spcAft>
              <a:buClr>
                <a:schemeClr val="lt2"/>
              </a:buClr>
              <a:buSzPts val="2800"/>
              <a:buNone/>
              <a:defRPr sz="2800">
                <a:solidFill>
                  <a:schemeClr val="lt2"/>
                </a:solidFill>
              </a:defRPr>
            </a:lvl4pPr>
            <a:lvl5pPr lvl="4" rtl="0">
              <a:spcBef>
                <a:spcPts val="0"/>
              </a:spcBef>
              <a:spcAft>
                <a:spcPts val="0"/>
              </a:spcAft>
              <a:buClr>
                <a:schemeClr val="lt2"/>
              </a:buClr>
              <a:buSzPts val="2800"/>
              <a:buNone/>
              <a:defRPr sz="2800">
                <a:solidFill>
                  <a:schemeClr val="lt2"/>
                </a:solidFill>
              </a:defRPr>
            </a:lvl5pPr>
            <a:lvl6pPr lvl="5" rtl="0">
              <a:spcBef>
                <a:spcPts val="0"/>
              </a:spcBef>
              <a:spcAft>
                <a:spcPts val="0"/>
              </a:spcAft>
              <a:buClr>
                <a:schemeClr val="lt2"/>
              </a:buClr>
              <a:buSzPts val="2800"/>
              <a:buNone/>
              <a:defRPr sz="2800">
                <a:solidFill>
                  <a:schemeClr val="lt2"/>
                </a:solidFill>
              </a:defRPr>
            </a:lvl6pPr>
            <a:lvl7pPr lvl="6" rtl="0">
              <a:spcBef>
                <a:spcPts val="0"/>
              </a:spcBef>
              <a:spcAft>
                <a:spcPts val="0"/>
              </a:spcAft>
              <a:buClr>
                <a:schemeClr val="lt2"/>
              </a:buClr>
              <a:buSzPts val="2800"/>
              <a:buNone/>
              <a:defRPr sz="2800">
                <a:solidFill>
                  <a:schemeClr val="lt2"/>
                </a:solidFill>
              </a:defRPr>
            </a:lvl7pPr>
            <a:lvl8pPr lvl="7" rtl="0">
              <a:spcBef>
                <a:spcPts val="0"/>
              </a:spcBef>
              <a:spcAft>
                <a:spcPts val="0"/>
              </a:spcAft>
              <a:buClr>
                <a:schemeClr val="lt2"/>
              </a:buClr>
              <a:buSzPts val="2800"/>
              <a:buNone/>
              <a:defRPr sz="2800">
                <a:solidFill>
                  <a:schemeClr val="lt2"/>
                </a:solidFill>
              </a:defRPr>
            </a:lvl8pPr>
            <a:lvl9pPr lvl="8" rtl="0">
              <a:spcBef>
                <a:spcPts val="0"/>
              </a:spcBef>
              <a:spcAft>
                <a:spcPts val="0"/>
              </a:spcAft>
              <a:buClr>
                <a:schemeClr val="lt2"/>
              </a:buClr>
              <a:buSzPts val="2800"/>
              <a:buNone/>
              <a:defRPr sz="2800">
                <a:solidFill>
                  <a:schemeClr val="lt2"/>
                </a:solidFill>
              </a:defRPr>
            </a:lvl9pPr>
          </a:lstStyle>
          <a:p/>
        </p:txBody>
      </p:sp>
      <p:sp>
        <p:nvSpPr>
          <p:cNvPr id="52" name="Google Shape;52;p13"/>
          <p:cNvSpPr txBox="1"/>
          <p:nvPr>
            <p:ph idx="1" type="body"/>
          </p:nvPr>
        </p:nvSpPr>
        <p:spPr>
          <a:xfrm>
            <a:off x="782475" y="1152475"/>
            <a:ext cx="77040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1pPr>
            <a:lvl2pPr indent="-317500" lvl="1" marL="914400" rtl="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2pPr>
            <a:lvl3pPr indent="-317500" lvl="2" marL="1371600" rtl="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3pPr>
            <a:lvl4pPr indent="-317500" lvl="3" marL="1828800" rtl="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4pPr>
            <a:lvl5pPr indent="-317500" lvl="4" marL="2286000" rtl="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5pPr>
            <a:lvl6pPr indent="-317500" lvl="5" marL="2743200" rtl="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6pPr>
            <a:lvl7pPr indent="-317500" lvl="6" marL="3200400" rtl="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7pPr>
            <a:lvl8pPr indent="-317500" lvl="7" marL="3657600" rtl="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8pPr>
            <a:lvl9pPr indent="-317500" lvl="8" marL="4114800" rtl="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dk2"/>
            </a:gs>
            <a:gs pos="37000">
              <a:schemeClr val="dk1"/>
            </a:gs>
            <a:gs pos="63000">
              <a:schemeClr val="dk1"/>
            </a:gs>
            <a:gs pos="100000">
              <a:schemeClr val="dk2"/>
            </a:gs>
          </a:gsLst>
          <a:lin ang="5400012" scaled="0"/>
        </a:gradFill>
      </p:bgPr>
    </p:bg>
    <p:spTree>
      <p:nvGrpSpPr>
        <p:cNvPr id="316" name="Shape 316"/>
        <p:cNvGrpSpPr/>
        <p:nvPr/>
      </p:nvGrpSpPr>
      <p:grpSpPr>
        <a:xfrm>
          <a:off x="0" y="0"/>
          <a:ext cx="0" cy="0"/>
          <a:chOff x="0" y="0"/>
          <a:chExt cx="0" cy="0"/>
        </a:xfrm>
      </p:grpSpPr>
      <p:sp>
        <p:nvSpPr>
          <p:cNvPr id="317" name="Google Shape;317;p39"/>
          <p:cNvSpPr txBox="1"/>
          <p:nvPr>
            <p:ph type="title"/>
          </p:nvPr>
        </p:nvSpPr>
        <p:spPr>
          <a:xfrm>
            <a:off x="782475" y="540000"/>
            <a:ext cx="7704000" cy="5727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Clr>
                <a:schemeClr val="lt1"/>
              </a:buClr>
              <a:buSzPts val="2800"/>
              <a:buFont typeface="Audiowide"/>
              <a:buNone/>
              <a:defRPr sz="2800">
                <a:solidFill>
                  <a:schemeClr val="lt1"/>
                </a:solidFill>
                <a:latin typeface="Audiowide"/>
                <a:ea typeface="Audiowide"/>
                <a:cs typeface="Audiowide"/>
                <a:sym typeface="Audiowide"/>
              </a:defRPr>
            </a:lvl1pPr>
            <a:lvl2pPr lvl="1" rtl="0">
              <a:spcBef>
                <a:spcPts val="0"/>
              </a:spcBef>
              <a:spcAft>
                <a:spcPts val="0"/>
              </a:spcAft>
              <a:buClr>
                <a:schemeClr val="lt2"/>
              </a:buClr>
              <a:buSzPts val="2800"/>
              <a:buNone/>
              <a:defRPr sz="2800">
                <a:solidFill>
                  <a:schemeClr val="lt2"/>
                </a:solidFill>
              </a:defRPr>
            </a:lvl2pPr>
            <a:lvl3pPr lvl="2" rtl="0">
              <a:spcBef>
                <a:spcPts val="0"/>
              </a:spcBef>
              <a:spcAft>
                <a:spcPts val="0"/>
              </a:spcAft>
              <a:buClr>
                <a:schemeClr val="lt2"/>
              </a:buClr>
              <a:buSzPts val="2800"/>
              <a:buNone/>
              <a:defRPr sz="2800">
                <a:solidFill>
                  <a:schemeClr val="lt2"/>
                </a:solidFill>
              </a:defRPr>
            </a:lvl3pPr>
            <a:lvl4pPr lvl="3" rtl="0">
              <a:spcBef>
                <a:spcPts val="0"/>
              </a:spcBef>
              <a:spcAft>
                <a:spcPts val="0"/>
              </a:spcAft>
              <a:buClr>
                <a:schemeClr val="lt2"/>
              </a:buClr>
              <a:buSzPts val="2800"/>
              <a:buNone/>
              <a:defRPr sz="2800">
                <a:solidFill>
                  <a:schemeClr val="lt2"/>
                </a:solidFill>
              </a:defRPr>
            </a:lvl4pPr>
            <a:lvl5pPr lvl="4" rtl="0">
              <a:spcBef>
                <a:spcPts val="0"/>
              </a:spcBef>
              <a:spcAft>
                <a:spcPts val="0"/>
              </a:spcAft>
              <a:buClr>
                <a:schemeClr val="lt2"/>
              </a:buClr>
              <a:buSzPts val="2800"/>
              <a:buNone/>
              <a:defRPr sz="2800">
                <a:solidFill>
                  <a:schemeClr val="lt2"/>
                </a:solidFill>
              </a:defRPr>
            </a:lvl5pPr>
            <a:lvl6pPr lvl="5" rtl="0">
              <a:spcBef>
                <a:spcPts val="0"/>
              </a:spcBef>
              <a:spcAft>
                <a:spcPts val="0"/>
              </a:spcAft>
              <a:buClr>
                <a:schemeClr val="lt2"/>
              </a:buClr>
              <a:buSzPts val="2800"/>
              <a:buNone/>
              <a:defRPr sz="2800">
                <a:solidFill>
                  <a:schemeClr val="lt2"/>
                </a:solidFill>
              </a:defRPr>
            </a:lvl6pPr>
            <a:lvl7pPr lvl="6" rtl="0">
              <a:spcBef>
                <a:spcPts val="0"/>
              </a:spcBef>
              <a:spcAft>
                <a:spcPts val="0"/>
              </a:spcAft>
              <a:buClr>
                <a:schemeClr val="lt2"/>
              </a:buClr>
              <a:buSzPts val="2800"/>
              <a:buNone/>
              <a:defRPr sz="2800">
                <a:solidFill>
                  <a:schemeClr val="lt2"/>
                </a:solidFill>
              </a:defRPr>
            </a:lvl7pPr>
            <a:lvl8pPr lvl="7" rtl="0">
              <a:spcBef>
                <a:spcPts val="0"/>
              </a:spcBef>
              <a:spcAft>
                <a:spcPts val="0"/>
              </a:spcAft>
              <a:buClr>
                <a:schemeClr val="lt2"/>
              </a:buClr>
              <a:buSzPts val="2800"/>
              <a:buNone/>
              <a:defRPr sz="2800">
                <a:solidFill>
                  <a:schemeClr val="lt2"/>
                </a:solidFill>
              </a:defRPr>
            </a:lvl8pPr>
            <a:lvl9pPr lvl="8" rtl="0">
              <a:spcBef>
                <a:spcPts val="0"/>
              </a:spcBef>
              <a:spcAft>
                <a:spcPts val="0"/>
              </a:spcAft>
              <a:buClr>
                <a:schemeClr val="lt2"/>
              </a:buClr>
              <a:buSzPts val="2800"/>
              <a:buNone/>
              <a:defRPr sz="2800">
                <a:solidFill>
                  <a:schemeClr val="lt2"/>
                </a:solidFill>
              </a:defRPr>
            </a:lvl9pPr>
          </a:lstStyle>
          <a:p/>
        </p:txBody>
      </p:sp>
      <p:sp>
        <p:nvSpPr>
          <p:cNvPr id="318" name="Google Shape;318;p39"/>
          <p:cNvSpPr txBox="1"/>
          <p:nvPr>
            <p:ph idx="1" type="body"/>
          </p:nvPr>
        </p:nvSpPr>
        <p:spPr>
          <a:xfrm>
            <a:off x="782475" y="1152475"/>
            <a:ext cx="77040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1pPr>
            <a:lvl2pPr indent="-317500" lvl="1" marL="914400" rtl="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2pPr>
            <a:lvl3pPr indent="-317500" lvl="2" marL="1371600" rtl="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3pPr>
            <a:lvl4pPr indent="-317500" lvl="3" marL="1828800" rtl="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4pPr>
            <a:lvl5pPr indent="-317500" lvl="4" marL="2286000" rtl="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5pPr>
            <a:lvl6pPr indent="-317500" lvl="5" marL="2743200" rtl="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6pPr>
            <a:lvl7pPr indent="-317500" lvl="6" marL="3200400" rtl="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7pPr>
            <a:lvl8pPr indent="-317500" lvl="7" marL="3657600" rtl="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8pPr>
            <a:lvl9pPr indent="-317500" lvl="8" marL="4114800" rtl="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9pPr>
          </a:lstStyle>
          <a:p/>
        </p:txBody>
      </p:sp>
    </p:spTree>
  </p:cSld>
  <p:clrMap accent1="accent1" accent2="accent2" accent3="accent3" accent4="accent4" accent5="accent5" accent6="accent6" bg1="lt1" bg2="dk2" tx1="dk1" tx2="lt2" folHlink="folHlink" hlink="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 id="2147483706" r:id="rId23"/>
    <p:sldLayoutId id="2147483707" r:id="rId24"/>
    <p:sldLayoutId id="2147483708"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65"/>
          <p:cNvSpPr txBox="1"/>
          <p:nvPr>
            <p:ph type="ctrTitle"/>
          </p:nvPr>
        </p:nvSpPr>
        <p:spPr>
          <a:xfrm>
            <a:off x="0" y="1623050"/>
            <a:ext cx="9144000" cy="726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700"/>
              <a:t>LICENSE PLATE RECOGNITION</a:t>
            </a:r>
            <a:endParaRPr sz="3700">
              <a:solidFill>
                <a:srgbClr val="CC0000"/>
              </a:solidFill>
            </a:endParaRPr>
          </a:p>
        </p:txBody>
      </p:sp>
      <p:sp>
        <p:nvSpPr>
          <p:cNvPr id="587" name="Google Shape;587;p65"/>
          <p:cNvSpPr txBox="1"/>
          <p:nvPr>
            <p:ph idx="1" type="subTitle"/>
          </p:nvPr>
        </p:nvSpPr>
        <p:spPr>
          <a:xfrm>
            <a:off x="1699850" y="2902800"/>
            <a:ext cx="3505500" cy="1221900"/>
          </a:xfrm>
          <a:prstGeom prst="rect">
            <a:avLst/>
          </a:prstGeom>
        </p:spPr>
        <p:txBody>
          <a:bodyPr anchorCtr="0" anchor="ctr" bIns="91425" lIns="91425" spcFirstLastPara="1" rIns="91425" wrap="square" tIns="91425">
            <a:noAutofit/>
          </a:bodyPr>
          <a:lstStyle/>
          <a:p>
            <a:pPr indent="0" lvl="0" marL="0" rtl="0" algn="just">
              <a:spcBef>
                <a:spcPts val="0"/>
              </a:spcBef>
              <a:spcAft>
                <a:spcPts val="0"/>
              </a:spcAft>
              <a:buNone/>
            </a:pPr>
            <a:r>
              <a:rPr lang="en"/>
              <a:t>Batch No - </a:t>
            </a:r>
            <a:endParaRPr/>
          </a:p>
          <a:p>
            <a:pPr indent="0" lvl="0" marL="0" rtl="0" algn="just">
              <a:spcBef>
                <a:spcPts val="0"/>
              </a:spcBef>
              <a:spcAft>
                <a:spcPts val="0"/>
              </a:spcAft>
              <a:buNone/>
            </a:pPr>
            <a:r>
              <a:rPr lang="en"/>
              <a:t>Team Members :</a:t>
            </a:r>
            <a:endParaRPr/>
          </a:p>
          <a:p>
            <a:pPr indent="0" lvl="0" marL="0" rtl="0" algn="just">
              <a:spcBef>
                <a:spcPts val="0"/>
              </a:spcBef>
              <a:spcAft>
                <a:spcPts val="0"/>
              </a:spcAft>
              <a:buNone/>
            </a:pPr>
            <a:r>
              <a:rPr lang="en"/>
              <a:t>Aditya Srivastava (1BM19IS011)</a:t>
            </a:r>
            <a:endParaRPr/>
          </a:p>
          <a:p>
            <a:pPr indent="0" lvl="0" marL="0" rtl="0" algn="just">
              <a:spcBef>
                <a:spcPts val="0"/>
              </a:spcBef>
              <a:spcAft>
                <a:spcPts val="0"/>
              </a:spcAft>
              <a:buNone/>
            </a:pPr>
            <a:r>
              <a:rPr lang="en"/>
              <a:t>Shiven Swaroop (1BM19IS148)</a:t>
            </a:r>
            <a:endParaRPr/>
          </a:p>
          <a:p>
            <a:pPr indent="0" lvl="0" marL="0" rtl="0" algn="just">
              <a:spcBef>
                <a:spcPts val="0"/>
              </a:spcBef>
              <a:spcAft>
                <a:spcPts val="0"/>
              </a:spcAft>
              <a:buNone/>
            </a:pPr>
            <a:r>
              <a:rPr lang="en"/>
              <a:t>Siddharth Manoj (1BM19IS157)</a:t>
            </a:r>
            <a:endParaRPr/>
          </a:p>
        </p:txBody>
      </p:sp>
      <p:grpSp>
        <p:nvGrpSpPr>
          <p:cNvPr id="588" name="Google Shape;588;p65"/>
          <p:cNvGrpSpPr/>
          <p:nvPr/>
        </p:nvGrpSpPr>
        <p:grpSpPr>
          <a:xfrm>
            <a:off x="551124" y="3629702"/>
            <a:ext cx="1178637" cy="1096691"/>
            <a:chOff x="827350" y="3629733"/>
            <a:chExt cx="1431600" cy="1332067"/>
          </a:xfrm>
        </p:grpSpPr>
        <p:sp>
          <p:nvSpPr>
            <p:cNvPr id="589" name="Google Shape;589;p65"/>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65"/>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65"/>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2" name="Google Shape;592;p65"/>
          <p:cNvGrpSpPr/>
          <p:nvPr/>
        </p:nvGrpSpPr>
        <p:grpSpPr>
          <a:xfrm>
            <a:off x="322602" y="2902809"/>
            <a:ext cx="781224" cy="726909"/>
            <a:chOff x="827350" y="3629733"/>
            <a:chExt cx="1431600" cy="1332067"/>
          </a:xfrm>
        </p:grpSpPr>
        <p:sp>
          <p:nvSpPr>
            <p:cNvPr id="593" name="Google Shape;593;p65"/>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65"/>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65"/>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6" name="Google Shape;596;p65"/>
          <p:cNvGrpSpPr/>
          <p:nvPr/>
        </p:nvGrpSpPr>
        <p:grpSpPr>
          <a:xfrm>
            <a:off x="1816189" y="4394848"/>
            <a:ext cx="356325" cy="331552"/>
            <a:chOff x="827350" y="3629733"/>
            <a:chExt cx="1431600" cy="1332067"/>
          </a:xfrm>
        </p:grpSpPr>
        <p:sp>
          <p:nvSpPr>
            <p:cNvPr id="597" name="Google Shape;597;p65"/>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65"/>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65"/>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0" name="Google Shape;600;p65"/>
          <p:cNvGrpSpPr/>
          <p:nvPr/>
        </p:nvGrpSpPr>
        <p:grpSpPr>
          <a:xfrm>
            <a:off x="7466251" y="219713"/>
            <a:ext cx="895180" cy="832942"/>
            <a:chOff x="827350" y="3629733"/>
            <a:chExt cx="1431600" cy="1332067"/>
          </a:xfrm>
        </p:grpSpPr>
        <p:sp>
          <p:nvSpPr>
            <p:cNvPr id="601" name="Google Shape;601;p65"/>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65"/>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65"/>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4" name="Google Shape;604;p65"/>
          <p:cNvGrpSpPr/>
          <p:nvPr/>
        </p:nvGrpSpPr>
        <p:grpSpPr>
          <a:xfrm>
            <a:off x="8131283" y="1065715"/>
            <a:ext cx="598982" cy="557337"/>
            <a:chOff x="827350" y="3629733"/>
            <a:chExt cx="1431600" cy="1332067"/>
          </a:xfrm>
        </p:grpSpPr>
        <p:sp>
          <p:nvSpPr>
            <p:cNvPr id="605" name="Google Shape;605;p65"/>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65"/>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65"/>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8" name="Google Shape;608;p65"/>
          <p:cNvGrpSpPr/>
          <p:nvPr/>
        </p:nvGrpSpPr>
        <p:grpSpPr>
          <a:xfrm>
            <a:off x="6901231" y="620669"/>
            <a:ext cx="464268" cy="431989"/>
            <a:chOff x="827350" y="3629733"/>
            <a:chExt cx="1431600" cy="1332067"/>
          </a:xfrm>
        </p:grpSpPr>
        <p:sp>
          <p:nvSpPr>
            <p:cNvPr id="609" name="Google Shape;609;p65"/>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65"/>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65"/>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612" name="Google Shape;612;p65"/>
          <p:cNvPicPr preferRelativeResize="0"/>
          <p:nvPr/>
        </p:nvPicPr>
        <p:blipFill>
          <a:blip r:embed="rId3">
            <a:alphaModFix/>
          </a:blip>
          <a:stretch>
            <a:fillRect/>
          </a:stretch>
        </p:blipFill>
        <p:spPr>
          <a:xfrm>
            <a:off x="0" y="-52701"/>
            <a:ext cx="1699850" cy="1675750"/>
          </a:xfrm>
          <a:prstGeom prst="rect">
            <a:avLst/>
          </a:prstGeom>
          <a:noFill/>
          <a:ln>
            <a:noFill/>
          </a:ln>
        </p:spPr>
      </p:pic>
      <p:sp>
        <p:nvSpPr>
          <p:cNvPr id="613" name="Google Shape;613;p65"/>
          <p:cNvSpPr txBox="1"/>
          <p:nvPr/>
        </p:nvSpPr>
        <p:spPr>
          <a:xfrm>
            <a:off x="0" y="0"/>
            <a:ext cx="9217500" cy="1443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500">
                <a:solidFill>
                  <a:srgbClr val="FFFFFF"/>
                </a:solidFill>
              </a:rPr>
              <a:t>BMS College of Engineering</a:t>
            </a:r>
            <a:endParaRPr b="1" sz="1500">
              <a:solidFill>
                <a:srgbClr val="FFFFFF"/>
              </a:solidFill>
            </a:endParaRPr>
          </a:p>
          <a:p>
            <a:pPr indent="0" lvl="0" marL="0" rtl="0" algn="ctr">
              <a:lnSpc>
                <a:spcPct val="115000"/>
              </a:lnSpc>
              <a:spcBef>
                <a:spcPts val="600"/>
              </a:spcBef>
              <a:spcAft>
                <a:spcPts val="0"/>
              </a:spcAft>
              <a:buNone/>
            </a:pPr>
            <a:r>
              <a:rPr b="1" lang="en" sz="1500">
                <a:solidFill>
                  <a:srgbClr val="FFFFFF"/>
                </a:solidFill>
              </a:rPr>
              <a:t>Department of Information Science and Engineering</a:t>
            </a:r>
            <a:endParaRPr b="1" sz="1500">
              <a:solidFill>
                <a:srgbClr val="FFFFFF"/>
              </a:solidFill>
            </a:endParaRPr>
          </a:p>
          <a:p>
            <a:pPr indent="0" lvl="0" marL="0" rtl="0" algn="ctr">
              <a:lnSpc>
                <a:spcPct val="115000"/>
              </a:lnSpc>
              <a:spcBef>
                <a:spcPts val="600"/>
              </a:spcBef>
              <a:spcAft>
                <a:spcPts val="0"/>
              </a:spcAft>
              <a:buNone/>
            </a:pPr>
            <a:r>
              <a:rPr b="1" lang="en" sz="1500">
                <a:solidFill>
                  <a:srgbClr val="FFFFFF"/>
                </a:solidFill>
              </a:rPr>
              <a:t>CAPSTONE PROJECT PHASE -1</a:t>
            </a:r>
            <a:endParaRPr b="1" sz="1500">
              <a:solidFill>
                <a:srgbClr val="FFFFFF"/>
              </a:solidFill>
            </a:endParaRPr>
          </a:p>
          <a:p>
            <a:pPr indent="0" lvl="0" marL="0" rtl="0" algn="ctr">
              <a:lnSpc>
                <a:spcPct val="115000"/>
              </a:lnSpc>
              <a:spcBef>
                <a:spcPts val="600"/>
              </a:spcBef>
              <a:spcAft>
                <a:spcPts val="0"/>
              </a:spcAft>
              <a:buNone/>
            </a:pPr>
            <a:r>
              <a:rPr b="1" lang="en" sz="1500">
                <a:solidFill>
                  <a:srgbClr val="FFFFFF"/>
                </a:solidFill>
              </a:rPr>
              <a:t>Review - II</a:t>
            </a:r>
            <a:endParaRPr b="1" sz="1500">
              <a:solidFill>
                <a:srgbClr val="FFFFFF"/>
              </a:solidFill>
            </a:endParaRPr>
          </a:p>
        </p:txBody>
      </p:sp>
      <p:sp>
        <p:nvSpPr>
          <p:cNvPr id="614" name="Google Shape;614;p65"/>
          <p:cNvSpPr txBox="1"/>
          <p:nvPr/>
        </p:nvSpPr>
        <p:spPr>
          <a:xfrm>
            <a:off x="5361425" y="2724000"/>
            <a:ext cx="3000000" cy="14007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lang="en" sz="1600" u="sng">
                <a:solidFill>
                  <a:srgbClr val="FFFFFF"/>
                </a:solidFill>
              </a:rPr>
              <a:t>Under the Guidance of</a:t>
            </a:r>
            <a:endParaRPr sz="1600" u="sng">
              <a:solidFill>
                <a:srgbClr val="FFFFFF"/>
              </a:solidFill>
            </a:endParaRPr>
          </a:p>
          <a:p>
            <a:pPr indent="0" lvl="0" marL="0" rtl="0" algn="ctr">
              <a:lnSpc>
                <a:spcPct val="100000"/>
              </a:lnSpc>
              <a:spcBef>
                <a:spcPts val="600"/>
              </a:spcBef>
              <a:spcAft>
                <a:spcPts val="0"/>
              </a:spcAft>
              <a:buNone/>
            </a:pPr>
            <a:r>
              <a:rPr lang="en" sz="1600">
                <a:solidFill>
                  <a:srgbClr val="FFFFFF"/>
                </a:solidFill>
              </a:rPr>
              <a:t>Prof. MAHALAKSHMI B S </a:t>
            </a:r>
            <a:endParaRPr sz="1600">
              <a:solidFill>
                <a:srgbClr val="FFFFFF"/>
              </a:solidFill>
            </a:endParaRPr>
          </a:p>
          <a:p>
            <a:pPr indent="0" lvl="0" marL="0" rtl="0" algn="ctr">
              <a:lnSpc>
                <a:spcPct val="100000"/>
              </a:lnSpc>
              <a:spcBef>
                <a:spcPts val="600"/>
              </a:spcBef>
              <a:spcAft>
                <a:spcPts val="0"/>
              </a:spcAft>
              <a:buNone/>
            </a:pPr>
            <a:r>
              <a:rPr lang="en" sz="1600">
                <a:solidFill>
                  <a:srgbClr val="FFFFFF"/>
                </a:solidFill>
              </a:rPr>
              <a:t>Assistant Professor</a:t>
            </a:r>
            <a:endParaRPr sz="1600">
              <a:solidFill>
                <a:srgbClr val="FFFFFF"/>
              </a:solidFill>
            </a:endParaRPr>
          </a:p>
          <a:p>
            <a:pPr indent="0" lvl="0" marL="0" rtl="0" algn="ctr">
              <a:lnSpc>
                <a:spcPct val="100000"/>
              </a:lnSpc>
              <a:spcBef>
                <a:spcPts val="600"/>
              </a:spcBef>
              <a:spcAft>
                <a:spcPts val="0"/>
              </a:spcAft>
              <a:buNone/>
            </a:pPr>
            <a:r>
              <a:rPr lang="en" sz="1600">
                <a:solidFill>
                  <a:srgbClr val="FFFFFF"/>
                </a:solidFill>
              </a:rPr>
              <a:t>Department of ISE</a:t>
            </a:r>
            <a:endParaRPr sz="160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66"/>
          <p:cNvSpPr/>
          <p:nvPr/>
        </p:nvSpPr>
        <p:spPr>
          <a:xfrm>
            <a:off x="713225" y="510300"/>
            <a:ext cx="7704000" cy="632100"/>
          </a:xfrm>
          <a:prstGeom prst="snip2DiagRect">
            <a:avLst>
              <a:gd fmla="val 0" name="adj1"/>
              <a:gd fmla="val 22148" name="adj2"/>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66"/>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INTRODUCTION</a:t>
            </a:r>
            <a:endParaRPr/>
          </a:p>
        </p:txBody>
      </p:sp>
      <p:sp>
        <p:nvSpPr>
          <p:cNvPr id="621" name="Google Shape;621;p66"/>
          <p:cNvSpPr txBox="1"/>
          <p:nvPr>
            <p:ph idx="1" type="body"/>
          </p:nvPr>
        </p:nvSpPr>
        <p:spPr>
          <a:xfrm>
            <a:off x="720000" y="1456400"/>
            <a:ext cx="7704000" cy="25947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1315"/>
              </a:spcAft>
              <a:buNone/>
            </a:pPr>
            <a:r>
              <a:rPr b="0" lang="en" sz="1400">
                <a:solidFill>
                  <a:srgbClr val="FFFFFF"/>
                </a:solidFill>
                <a:latin typeface="Times New Roman"/>
                <a:ea typeface="Times New Roman"/>
                <a:cs typeface="Times New Roman"/>
                <a:sym typeface="Times New Roman"/>
              </a:rPr>
              <a:t>Increasing need for reliable vehicle identification and tracking systems as well as the technology's many practical uses, license plate recognition has received a great deal of attention recently.The necessity for better traffic management, parking management, security, and surveillance as a result of the rise in vehicle populations has made license plate recognition a vital component of contemporary technology. This project offers a thorough examination of the conception and execution of a deep learning-based automated license plate recognition system. License plate recognition system makes a significant contribution to the field of computer vision by offering a remedy for the issue of accurate and efficient vehicle tracking and identification.</a:t>
            </a:r>
            <a:endParaRPr sz="1400">
              <a:solidFill>
                <a:srgbClr val="FFFFFF"/>
              </a:solidFill>
              <a:latin typeface="Times New Roman"/>
              <a:ea typeface="Times New Roman"/>
              <a:cs typeface="Times New Roman"/>
              <a:sym typeface="Times New Roman"/>
            </a:endParaRPr>
          </a:p>
        </p:txBody>
      </p:sp>
      <p:grpSp>
        <p:nvGrpSpPr>
          <p:cNvPr id="622" name="Google Shape;622;p66"/>
          <p:cNvGrpSpPr/>
          <p:nvPr/>
        </p:nvGrpSpPr>
        <p:grpSpPr>
          <a:xfrm rot="10800000">
            <a:off x="206982" y="423196"/>
            <a:ext cx="288601" cy="1096693"/>
            <a:chOff x="1006700" y="2603975"/>
            <a:chExt cx="55450" cy="210700"/>
          </a:xfrm>
        </p:grpSpPr>
        <p:sp>
          <p:nvSpPr>
            <p:cNvPr id="623" name="Google Shape;623;p66"/>
            <p:cNvSpPr/>
            <p:nvPr/>
          </p:nvSpPr>
          <p:spPr>
            <a:xfrm>
              <a:off x="1006700" y="262997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66"/>
            <p:cNvSpPr/>
            <p:nvPr/>
          </p:nvSpPr>
          <p:spPr>
            <a:xfrm>
              <a:off x="1032700" y="260397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66"/>
            <p:cNvSpPr/>
            <p:nvPr/>
          </p:nvSpPr>
          <p:spPr>
            <a:xfrm>
              <a:off x="1006700" y="2707200"/>
              <a:ext cx="55450" cy="3850"/>
            </a:xfrm>
            <a:custGeom>
              <a:rect b="b" l="l" r="r" t="t"/>
              <a:pathLst>
                <a:path extrusionOk="0" h="154" w="2218">
                  <a:moveTo>
                    <a:pt x="0" y="1"/>
                  </a:moveTo>
                  <a:lnTo>
                    <a:pt x="0" y="154"/>
                  </a:lnTo>
                  <a:lnTo>
                    <a:pt x="2218" y="154"/>
                  </a:lnTo>
                  <a:lnTo>
                    <a:pt x="221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66"/>
            <p:cNvSpPr/>
            <p:nvPr/>
          </p:nvSpPr>
          <p:spPr>
            <a:xfrm>
              <a:off x="1032700" y="2681600"/>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66"/>
            <p:cNvSpPr/>
            <p:nvPr/>
          </p:nvSpPr>
          <p:spPr>
            <a:xfrm>
              <a:off x="1006700" y="278522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66"/>
            <p:cNvSpPr/>
            <p:nvPr/>
          </p:nvSpPr>
          <p:spPr>
            <a:xfrm>
              <a:off x="1032700" y="275922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9" name="Google Shape;629;p66"/>
          <p:cNvGrpSpPr/>
          <p:nvPr/>
        </p:nvGrpSpPr>
        <p:grpSpPr>
          <a:xfrm>
            <a:off x="7882402" y="3927185"/>
            <a:ext cx="1096749" cy="1020364"/>
            <a:chOff x="827350" y="3629733"/>
            <a:chExt cx="1431600" cy="1332067"/>
          </a:xfrm>
        </p:grpSpPr>
        <p:sp>
          <p:nvSpPr>
            <p:cNvPr id="630" name="Google Shape;630;p66"/>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66"/>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66"/>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3" name="Google Shape;633;p66"/>
          <p:cNvGrpSpPr/>
          <p:nvPr/>
        </p:nvGrpSpPr>
        <p:grpSpPr>
          <a:xfrm>
            <a:off x="7771279" y="3271162"/>
            <a:ext cx="510366" cy="474882"/>
            <a:chOff x="827350" y="3629733"/>
            <a:chExt cx="1431600" cy="1332067"/>
          </a:xfrm>
        </p:grpSpPr>
        <p:sp>
          <p:nvSpPr>
            <p:cNvPr id="634" name="Google Shape;634;p66"/>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66"/>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66"/>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7" name="Google Shape;637;p66"/>
          <p:cNvGrpSpPr/>
          <p:nvPr/>
        </p:nvGrpSpPr>
        <p:grpSpPr>
          <a:xfrm>
            <a:off x="7247377" y="4412793"/>
            <a:ext cx="401134" cy="373245"/>
            <a:chOff x="827350" y="3629733"/>
            <a:chExt cx="1431600" cy="1332067"/>
          </a:xfrm>
        </p:grpSpPr>
        <p:sp>
          <p:nvSpPr>
            <p:cNvPr id="638" name="Google Shape;638;p66"/>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66"/>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66"/>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67"/>
          <p:cNvSpPr/>
          <p:nvPr/>
        </p:nvSpPr>
        <p:spPr>
          <a:xfrm>
            <a:off x="713225" y="510300"/>
            <a:ext cx="7704000" cy="632100"/>
          </a:xfrm>
          <a:prstGeom prst="snip2DiagRect">
            <a:avLst>
              <a:gd fmla="val 0" name="adj1"/>
              <a:gd fmla="val 22148" name="adj2"/>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67"/>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MOTIVATION</a:t>
            </a:r>
            <a:endParaRPr/>
          </a:p>
        </p:txBody>
      </p:sp>
      <p:sp>
        <p:nvSpPr>
          <p:cNvPr id="647" name="Google Shape;647;p67"/>
          <p:cNvSpPr txBox="1"/>
          <p:nvPr>
            <p:ph idx="1" type="body"/>
          </p:nvPr>
        </p:nvSpPr>
        <p:spPr>
          <a:xfrm>
            <a:off x="720000" y="1456400"/>
            <a:ext cx="7704000" cy="25947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0" lang="en" sz="1400">
                <a:latin typeface="Times New Roman"/>
                <a:ea typeface="Times New Roman"/>
                <a:cs typeface="Times New Roman"/>
                <a:sym typeface="Times New Roman"/>
              </a:rPr>
              <a:t>The motivation of license plate recognition is mainly driven by the increasing demand for tracking systems and vehicle identification.The ability to quickly and precisely identify license plate numbers has emerged as a critical component of contemporary technology as a result of the development in vehicle populations and the corresponding rise in the demand for better traffic control, parking management, security, and surveillance.</a:t>
            </a:r>
            <a:endParaRPr b="0" sz="1400">
              <a:latin typeface="Times New Roman"/>
              <a:ea typeface="Times New Roman"/>
              <a:cs typeface="Times New Roman"/>
              <a:sym typeface="Times New Roman"/>
            </a:endParaRPr>
          </a:p>
        </p:txBody>
      </p:sp>
      <p:grpSp>
        <p:nvGrpSpPr>
          <p:cNvPr id="648" name="Google Shape;648;p67"/>
          <p:cNvGrpSpPr/>
          <p:nvPr/>
        </p:nvGrpSpPr>
        <p:grpSpPr>
          <a:xfrm rot="10800000">
            <a:off x="206982" y="423196"/>
            <a:ext cx="288601" cy="1096693"/>
            <a:chOff x="1006700" y="2603975"/>
            <a:chExt cx="55450" cy="210700"/>
          </a:xfrm>
        </p:grpSpPr>
        <p:sp>
          <p:nvSpPr>
            <p:cNvPr id="649" name="Google Shape;649;p67"/>
            <p:cNvSpPr/>
            <p:nvPr/>
          </p:nvSpPr>
          <p:spPr>
            <a:xfrm>
              <a:off x="1006700" y="262997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67"/>
            <p:cNvSpPr/>
            <p:nvPr/>
          </p:nvSpPr>
          <p:spPr>
            <a:xfrm>
              <a:off x="1032700" y="260397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67"/>
            <p:cNvSpPr/>
            <p:nvPr/>
          </p:nvSpPr>
          <p:spPr>
            <a:xfrm>
              <a:off x="1006700" y="2707200"/>
              <a:ext cx="55450" cy="3850"/>
            </a:xfrm>
            <a:custGeom>
              <a:rect b="b" l="l" r="r" t="t"/>
              <a:pathLst>
                <a:path extrusionOk="0" h="154" w="2218">
                  <a:moveTo>
                    <a:pt x="0" y="1"/>
                  </a:moveTo>
                  <a:lnTo>
                    <a:pt x="0" y="154"/>
                  </a:lnTo>
                  <a:lnTo>
                    <a:pt x="2218" y="154"/>
                  </a:lnTo>
                  <a:lnTo>
                    <a:pt x="221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67"/>
            <p:cNvSpPr/>
            <p:nvPr/>
          </p:nvSpPr>
          <p:spPr>
            <a:xfrm>
              <a:off x="1032700" y="2681600"/>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67"/>
            <p:cNvSpPr/>
            <p:nvPr/>
          </p:nvSpPr>
          <p:spPr>
            <a:xfrm>
              <a:off x="1006700" y="278522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67"/>
            <p:cNvSpPr/>
            <p:nvPr/>
          </p:nvSpPr>
          <p:spPr>
            <a:xfrm>
              <a:off x="1032700" y="275922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5" name="Google Shape;655;p67"/>
          <p:cNvGrpSpPr/>
          <p:nvPr/>
        </p:nvGrpSpPr>
        <p:grpSpPr>
          <a:xfrm>
            <a:off x="7882402" y="3927185"/>
            <a:ext cx="1096749" cy="1020364"/>
            <a:chOff x="827350" y="3629733"/>
            <a:chExt cx="1431600" cy="1332067"/>
          </a:xfrm>
        </p:grpSpPr>
        <p:sp>
          <p:nvSpPr>
            <p:cNvPr id="656" name="Google Shape;656;p67"/>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67"/>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67"/>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9" name="Google Shape;659;p67"/>
          <p:cNvGrpSpPr/>
          <p:nvPr/>
        </p:nvGrpSpPr>
        <p:grpSpPr>
          <a:xfrm>
            <a:off x="7771279" y="3271162"/>
            <a:ext cx="510366" cy="474882"/>
            <a:chOff x="827350" y="3629733"/>
            <a:chExt cx="1431600" cy="1332067"/>
          </a:xfrm>
        </p:grpSpPr>
        <p:sp>
          <p:nvSpPr>
            <p:cNvPr id="660" name="Google Shape;660;p67"/>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67"/>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67"/>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3" name="Google Shape;663;p67"/>
          <p:cNvGrpSpPr/>
          <p:nvPr/>
        </p:nvGrpSpPr>
        <p:grpSpPr>
          <a:xfrm>
            <a:off x="7247377" y="4412793"/>
            <a:ext cx="401134" cy="373245"/>
            <a:chOff x="827350" y="3629733"/>
            <a:chExt cx="1431600" cy="1332067"/>
          </a:xfrm>
        </p:grpSpPr>
        <p:sp>
          <p:nvSpPr>
            <p:cNvPr id="664" name="Google Shape;664;p67"/>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67"/>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67"/>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68"/>
          <p:cNvSpPr/>
          <p:nvPr/>
        </p:nvSpPr>
        <p:spPr>
          <a:xfrm>
            <a:off x="713225" y="510300"/>
            <a:ext cx="7704000" cy="632100"/>
          </a:xfrm>
          <a:prstGeom prst="snip2DiagRect">
            <a:avLst>
              <a:gd fmla="val 0" name="adj1"/>
              <a:gd fmla="val 22148" name="adj2"/>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68"/>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EXISTING SYSTEM</a:t>
            </a:r>
            <a:endParaRPr/>
          </a:p>
        </p:txBody>
      </p:sp>
      <p:sp>
        <p:nvSpPr>
          <p:cNvPr id="673" name="Google Shape;673;p68"/>
          <p:cNvSpPr txBox="1"/>
          <p:nvPr>
            <p:ph idx="1" type="body"/>
          </p:nvPr>
        </p:nvSpPr>
        <p:spPr>
          <a:xfrm>
            <a:off x="720000" y="1456400"/>
            <a:ext cx="7704000" cy="25947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0" lang="en" sz="1400">
                <a:latin typeface="Times New Roman"/>
                <a:ea typeface="Times New Roman"/>
                <a:cs typeface="Times New Roman"/>
                <a:sym typeface="Times New Roman"/>
              </a:rPr>
              <a:t>The existing system for vehicle identification, license plate recognition and tracking mostly relies on manual methods, like manual entering of data into computer systems or license plate inspections by security officers.</a:t>
            </a:r>
            <a:endParaRPr b="0" sz="1400">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rPr b="0" lang="en" sz="1400">
                <a:latin typeface="Times New Roman"/>
                <a:ea typeface="Times New Roman"/>
                <a:cs typeface="Times New Roman"/>
                <a:sym typeface="Times New Roman"/>
              </a:rPr>
              <a:t>Disadvantages of the Manual System:</a:t>
            </a:r>
            <a:endParaRPr b="0" sz="1400">
              <a:latin typeface="Times New Roman"/>
              <a:ea typeface="Times New Roman"/>
              <a:cs typeface="Times New Roman"/>
              <a:sym typeface="Times New Roman"/>
            </a:endParaRPr>
          </a:p>
          <a:p>
            <a:pPr indent="-317500" lvl="0" marL="457200" rtl="0" algn="just">
              <a:lnSpc>
                <a:spcPct val="150000"/>
              </a:lnSpc>
              <a:spcBef>
                <a:spcPts val="0"/>
              </a:spcBef>
              <a:spcAft>
                <a:spcPts val="0"/>
              </a:spcAft>
              <a:buSzPts val="1400"/>
              <a:buFont typeface="Times New Roman"/>
              <a:buChar char="●"/>
            </a:pPr>
            <a:r>
              <a:rPr b="0" lang="en" sz="1400">
                <a:latin typeface="Times New Roman"/>
                <a:ea typeface="Times New Roman"/>
                <a:cs typeface="Times New Roman"/>
                <a:sym typeface="Times New Roman"/>
              </a:rPr>
              <a:t>Time Consuming</a:t>
            </a:r>
            <a:endParaRPr b="0" sz="1400">
              <a:latin typeface="Times New Roman"/>
              <a:ea typeface="Times New Roman"/>
              <a:cs typeface="Times New Roman"/>
              <a:sym typeface="Times New Roman"/>
            </a:endParaRPr>
          </a:p>
          <a:p>
            <a:pPr indent="-317500" lvl="0" marL="457200" rtl="0" algn="just">
              <a:lnSpc>
                <a:spcPct val="150000"/>
              </a:lnSpc>
              <a:spcBef>
                <a:spcPts val="0"/>
              </a:spcBef>
              <a:spcAft>
                <a:spcPts val="0"/>
              </a:spcAft>
              <a:buSzPts val="1400"/>
              <a:buFont typeface="Times New Roman"/>
              <a:buChar char="●"/>
            </a:pPr>
            <a:r>
              <a:rPr b="0" lang="en" sz="1400">
                <a:latin typeface="Times New Roman"/>
                <a:ea typeface="Times New Roman"/>
                <a:cs typeface="Times New Roman"/>
                <a:sym typeface="Times New Roman"/>
              </a:rPr>
              <a:t>Prone to error</a:t>
            </a:r>
            <a:endParaRPr b="0" sz="1400">
              <a:latin typeface="Times New Roman"/>
              <a:ea typeface="Times New Roman"/>
              <a:cs typeface="Times New Roman"/>
              <a:sym typeface="Times New Roman"/>
            </a:endParaRPr>
          </a:p>
          <a:p>
            <a:pPr indent="-317500" lvl="0" marL="457200" rtl="0" algn="just">
              <a:lnSpc>
                <a:spcPct val="150000"/>
              </a:lnSpc>
              <a:spcBef>
                <a:spcPts val="0"/>
              </a:spcBef>
              <a:spcAft>
                <a:spcPts val="0"/>
              </a:spcAft>
              <a:buSzPts val="1400"/>
              <a:buFont typeface="Times New Roman"/>
              <a:buChar char="●"/>
            </a:pPr>
            <a:r>
              <a:rPr b="0" lang="en" sz="1400">
                <a:latin typeface="Times New Roman"/>
                <a:ea typeface="Times New Roman"/>
                <a:cs typeface="Times New Roman"/>
                <a:sym typeface="Times New Roman"/>
              </a:rPr>
              <a:t>Limited tracking capabilities</a:t>
            </a:r>
            <a:endParaRPr b="0" sz="1400">
              <a:latin typeface="Times New Roman"/>
              <a:ea typeface="Times New Roman"/>
              <a:cs typeface="Times New Roman"/>
              <a:sym typeface="Times New Roman"/>
            </a:endParaRPr>
          </a:p>
          <a:p>
            <a:pPr indent="-317500" lvl="0" marL="457200" rtl="0" algn="just">
              <a:lnSpc>
                <a:spcPct val="150000"/>
              </a:lnSpc>
              <a:spcBef>
                <a:spcPts val="0"/>
              </a:spcBef>
              <a:spcAft>
                <a:spcPts val="0"/>
              </a:spcAft>
              <a:buSzPts val="1400"/>
              <a:buFont typeface="Times New Roman"/>
              <a:buChar char="●"/>
            </a:pPr>
            <a:r>
              <a:rPr b="0" lang="en" sz="1400">
                <a:latin typeface="Times New Roman"/>
                <a:ea typeface="Times New Roman"/>
                <a:cs typeface="Times New Roman"/>
                <a:sym typeface="Times New Roman"/>
              </a:rPr>
              <a:t>Inefficient</a:t>
            </a:r>
            <a:endParaRPr b="0" sz="1400">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t/>
            </a:r>
            <a:endParaRPr b="0" sz="1400">
              <a:latin typeface="Times New Roman"/>
              <a:ea typeface="Times New Roman"/>
              <a:cs typeface="Times New Roman"/>
              <a:sym typeface="Times New Roman"/>
            </a:endParaRPr>
          </a:p>
        </p:txBody>
      </p:sp>
      <p:grpSp>
        <p:nvGrpSpPr>
          <p:cNvPr id="674" name="Google Shape;674;p68"/>
          <p:cNvGrpSpPr/>
          <p:nvPr/>
        </p:nvGrpSpPr>
        <p:grpSpPr>
          <a:xfrm rot="10800000">
            <a:off x="206982" y="423196"/>
            <a:ext cx="288601" cy="1096693"/>
            <a:chOff x="1006700" y="2603975"/>
            <a:chExt cx="55450" cy="210700"/>
          </a:xfrm>
        </p:grpSpPr>
        <p:sp>
          <p:nvSpPr>
            <p:cNvPr id="675" name="Google Shape;675;p68"/>
            <p:cNvSpPr/>
            <p:nvPr/>
          </p:nvSpPr>
          <p:spPr>
            <a:xfrm>
              <a:off x="1006700" y="262997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68"/>
            <p:cNvSpPr/>
            <p:nvPr/>
          </p:nvSpPr>
          <p:spPr>
            <a:xfrm>
              <a:off x="1032700" y="260397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68"/>
            <p:cNvSpPr/>
            <p:nvPr/>
          </p:nvSpPr>
          <p:spPr>
            <a:xfrm>
              <a:off x="1006700" y="2707200"/>
              <a:ext cx="55450" cy="3850"/>
            </a:xfrm>
            <a:custGeom>
              <a:rect b="b" l="l" r="r" t="t"/>
              <a:pathLst>
                <a:path extrusionOk="0" h="154" w="2218">
                  <a:moveTo>
                    <a:pt x="0" y="1"/>
                  </a:moveTo>
                  <a:lnTo>
                    <a:pt x="0" y="154"/>
                  </a:lnTo>
                  <a:lnTo>
                    <a:pt x="2218" y="154"/>
                  </a:lnTo>
                  <a:lnTo>
                    <a:pt x="221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68"/>
            <p:cNvSpPr/>
            <p:nvPr/>
          </p:nvSpPr>
          <p:spPr>
            <a:xfrm>
              <a:off x="1032700" y="2681600"/>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68"/>
            <p:cNvSpPr/>
            <p:nvPr/>
          </p:nvSpPr>
          <p:spPr>
            <a:xfrm>
              <a:off x="1006700" y="278522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68"/>
            <p:cNvSpPr/>
            <p:nvPr/>
          </p:nvSpPr>
          <p:spPr>
            <a:xfrm>
              <a:off x="1032700" y="275922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1" name="Google Shape;681;p68"/>
          <p:cNvGrpSpPr/>
          <p:nvPr/>
        </p:nvGrpSpPr>
        <p:grpSpPr>
          <a:xfrm>
            <a:off x="7882402" y="3927185"/>
            <a:ext cx="1096749" cy="1020364"/>
            <a:chOff x="827350" y="3629733"/>
            <a:chExt cx="1431600" cy="1332067"/>
          </a:xfrm>
        </p:grpSpPr>
        <p:sp>
          <p:nvSpPr>
            <p:cNvPr id="682" name="Google Shape;682;p68"/>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68"/>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68"/>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5" name="Google Shape;685;p68"/>
          <p:cNvGrpSpPr/>
          <p:nvPr/>
        </p:nvGrpSpPr>
        <p:grpSpPr>
          <a:xfrm>
            <a:off x="7771279" y="3271162"/>
            <a:ext cx="510366" cy="474882"/>
            <a:chOff x="827350" y="3629733"/>
            <a:chExt cx="1431600" cy="1332067"/>
          </a:xfrm>
        </p:grpSpPr>
        <p:sp>
          <p:nvSpPr>
            <p:cNvPr id="686" name="Google Shape;686;p68"/>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68"/>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68"/>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9" name="Google Shape;689;p68"/>
          <p:cNvGrpSpPr/>
          <p:nvPr/>
        </p:nvGrpSpPr>
        <p:grpSpPr>
          <a:xfrm>
            <a:off x="7247377" y="4412793"/>
            <a:ext cx="401134" cy="373245"/>
            <a:chOff x="827350" y="3629733"/>
            <a:chExt cx="1431600" cy="1332067"/>
          </a:xfrm>
        </p:grpSpPr>
        <p:sp>
          <p:nvSpPr>
            <p:cNvPr id="690" name="Google Shape;690;p68"/>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68"/>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68"/>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69"/>
          <p:cNvSpPr/>
          <p:nvPr/>
        </p:nvSpPr>
        <p:spPr>
          <a:xfrm>
            <a:off x="713225" y="225150"/>
            <a:ext cx="7704000" cy="632100"/>
          </a:xfrm>
          <a:prstGeom prst="snip2DiagRect">
            <a:avLst>
              <a:gd fmla="val 0" name="adj1"/>
              <a:gd fmla="val 22148" name="adj2"/>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69"/>
          <p:cNvSpPr txBox="1"/>
          <p:nvPr>
            <p:ph type="title"/>
          </p:nvPr>
        </p:nvSpPr>
        <p:spPr>
          <a:xfrm>
            <a:off x="712325" y="254850"/>
            <a:ext cx="77058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LITERATURE SURVEY</a:t>
            </a:r>
            <a:endParaRPr/>
          </a:p>
        </p:txBody>
      </p:sp>
      <p:grpSp>
        <p:nvGrpSpPr>
          <p:cNvPr id="699" name="Google Shape;699;p69"/>
          <p:cNvGrpSpPr/>
          <p:nvPr/>
        </p:nvGrpSpPr>
        <p:grpSpPr>
          <a:xfrm rot="10800000">
            <a:off x="206982" y="423196"/>
            <a:ext cx="288601" cy="1096693"/>
            <a:chOff x="1006700" y="2603975"/>
            <a:chExt cx="55450" cy="210700"/>
          </a:xfrm>
        </p:grpSpPr>
        <p:sp>
          <p:nvSpPr>
            <p:cNvPr id="700" name="Google Shape;700;p69"/>
            <p:cNvSpPr/>
            <p:nvPr/>
          </p:nvSpPr>
          <p:spPr>
            <a:xfrm>
              <a:off x="1006700" y="262997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69"/>
            <p:cNvSpPr/>
            <p:nvPr/>
          </p:nvSpPr>
          <p:spPr>
            <a:xfrm>
              <a:off x="1032700" y="260397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69"/>
            <p:cNvSpPr/>
            <p:nvPr/>
          </p:nvSpPr>
          <p:spPr>
            <a:xfrm>
              <a:off x="1006700" y="2707200"/>
              <a:ext cx="55450" cy="3850"/>
            </a:xfrm>
            <a:custGeom>
              <a:rect b="b" l="l" r="r" t="t"/>
              <a:pathLst>
                <a:path extrusionOk="0" h="154" w="2218">
                  <a:moveTo>
                    <a:pt x="0" y="1"/>
                  </a:moveTo>
                  <a:lnTo>
                    <a:pt x="0" y="154"/>
                  </a:lnTo>
                  <a:lnTo>
                    <a:pt x="2218" y="154"/>
                  </a:lnTo>
                  <a:lnTo>
                    <a:pt x="221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69"/>
            <p:cNvSpPr/>
            <p:nvPr/>
          </p:nvSpPr>
          <p:spPr>
            <a:xfrm>
              <a:off x="1032700" y="2681600"/>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69"/>
            <p:cNvSpPr/>
            <p:nvPr/>
          </p:nvSpPr>
          <p:spPr>
            <a:xfrm>
              <a:off x="1006700" y="278522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69"/>
            <p:cNvSpPr/>
            <p:nvPr/>
          </p:nvSpPr>
          <p:spPr>
            <a:xfrm>
              <a:off x="1032700" y="275922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6" name="Google Shape;706;p69"/>
          <p:cNvGrpSpPr/>
          <p:nvPr/>
        </p:nvGrpSpPr>
        <p:grpSpPr>
          <a:xfrm>
            <a:off x="7882402" y="3927185"/>
            <a:ext cx="1096749" cy="1020364"/>
            <a:chOff x="827350" y="3629733"/>
            <a:chExt cx="1431600" cy="1332067"/>
          </a:xfrm>
        </p:grpSpPr>
        <p:sp>
          <p:nvSpPr>
            <p:cNvPr id="707" name="Google Shape;707;p69"/>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69"/>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69"/>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0" name="Google Shape;710;p69"/>
          <p:cNvGrpSpPr/>
          <p:nvPr/>
        </p:nvGrpSpPr>
        <p:grpSpPr>
          <a:xfrm>
            <a:off x="7771279" y="3271162"/>
            <a:ext cx="510366" cy="474882"/>
            <a:chOff x="827350" y="3629733"/>
            <a:chExt cx="1431600" cy="1332067"/>
          </a:xfrm>
        </p:grpSpPr>
        <p:sp>
          <p:nvSpPr>
            <p:cNvPr id="711" name="Google Shape;711;p69"/>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69"/>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69"/>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4" name="Google Shape;714;p69"/>
          <p:cNvGrpSpPr/>
          <p:nvPr/>
        </p:nvGrpSpPr>
        <p:grpSpPr>
          <a:xfrm>
            <a:off x="7247377" y="4412793"/>
            <a:ext cx="401134" cy="373245"/>
            <a:chOff x="827350" y="3629733"/>
            <a:chExt cx="1431600" cy="1332067"/>
          </a:xfrm>
        </p:grpSpPr>
        <p:sp>
          <p:nvSpPr>
            <p:cNvPr id="715" name="Google Shape;715;p69"/>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69"/>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69"/>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aphicFrame>
        <p:nvGraphicFramePr>
          <p:cNvPr id="718" name="Google Shape;718;p69"/>
          <p:cNvGraphicFramePr/>
          <p:nvPr/>
        </p:nvGraphicFramePr>
        <p:xfrm>
          <a:off x="945725" y="1355675"/>
          <a:ext cx="3000000" cy="3000000"/>
        </p:xfrm>
        <a:graphic>
          <a:graphicData uri="http://schemas.openxmlformats.org/drawingml/2006/table">
            <a:tbl>
              <a:tblPr>
                <a:noFill/>
                <a:tableStyleId>{1E79362D-6921-44E2-BEB5-E5BD8B0A7D2F}</a:tableStyleId>
              </a:tblPr>
              <a:tblGrid>
                <a:gridCol w="473650"/>
                <a:gridCol w="2421950"/>
                <a:gridCol w="1447800"/>
                <a:gridCol w="1447800"/>
                <a:gridCol w="1447800"/>
              </a:tblGrid>
              <a:tr h="381000">
                <a:tc>
                  <a:txBody>
                    <a:bodyPr/>
                    <a:lstStyle/>
                    <a:p>
                      <a:pPr indent="0" lvl="0" marL="0" rtl="0" algn="l">
                        <a:spcBef>
                          <a:spcPts val="0"/>
                        </a:spcBef>
                        <a:spcAft>
                          <a:spcPts val="0"/>
                        </a:spcAft>
                        <a:buNone/>
                      </a:pPr>
                      <a:r>
                        <a:rPr b="1" lang="en" sz="1200">
                          <a:solidFill>
                            <a:schemeClr val="lt1"/>
                          </a:solidFill>
                          <a:latin typeface="Times New Roman"/>
                          <a:ea typeface="Times New Roman"/>
                          <a:cs typeface="Times New Roman"/>
                          <a:sym typeface="Times New Roman"/>
                        </a:rPr>
                        <a:t>Sl no.</a:t>
                      </a:r>
                      <a:endParaRPr b="1"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200">
                          <a:solidFill>
                            <a:schemeClr val="lt1"/>
                          </a:solidFill>
                          <a:latin typeface="Times New Roman"/>
                          <a:ea typeface="Times New Roman"/>
                          <a:cs typeface="Times New Roman"/>
                          <a:sym typeface="Times New Roman"/>
                        </a:rPr>
                        <a:t>Title of the paper</a:t>
                      </a:r>
                      <a:endParaRPr b="1"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200">
                          <a:solidFill>
                            <a:schemeClr val="lt1"/>
                          </a:solidFill>
                          <a:latin typeface="Times New Roman"/>
                          <a:ea typeface="Times New Roman"/>
                          <a:cs typeface="Times New Roman"/>
                          <a:sym typeface="Times New Roman"/>
                        </a:rPr>
                        <a:t>Problem Addressed</a:t>
                      </a:r>
                      <a:endParaRPr b="1"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200">
                          <a:solidFill>
                            <a:schemeClr val="lt1"/>
                          </a:solidFill>
                          <a:latin typeface="Times New Roman"/>
                          <a:ea typeface="Times New Roman"/>
                          <a:cs typeface="Times New Roman"/>
                          <a:sym typeface="Times New Roman"/>
                        </a:rPr>
                        <a:t>Authors Approach / Method</a:t>
                      </a:r>
                      <a:endParaRPr b="1"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200">
                          <a:solidFill>
                            <a:schemeClr val="lt1"/>
                          </a:solidFill>
                          <a:latin typeface="Times New Roman"/>
                          <a:ea typeface="Times New Roman"/>
                          <a:cs typeface="Times New Roman"/>
                          <a:sym typeface="Times New Roman"/>
                        </a:rPr>
                        <a:t>Results </a:t>
                      </a:r>
                      <a:endParaRPr b="1"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1.</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chemeClr val="lt1"/>
                          </a:solidFill>
                          <a:latin typeface="Times New Roman"/>
                          <a:ea typeface="Times New Roman"/>
                          <a:cs typeface="Times New Roman"/>
                          <a:sym typeface="Times New Roman"/>
                        </a:rPr>
                        <a:t>License number plate recognition system using entropy-based features selection approach with SVM</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LPR gets affected by factors such as light variations, occlusion, and multi-views.</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CIE-Lab color space, binary segmentation, Image refinement, Support Vector Machine</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Accuracy achieved is maximum up to 99.5%</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2.</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chemeClr val="lt1"/>
                          </a:solidFill>
                          <a:latin typeface="Times New Roman"/>
                          <a:ea typeface="Times New Roman"/>
                          <a:cs typeface="Times New Roman"/>
                          <a:sym typeface="Times New Roman"/>
                        </a:rPr>
                        <a:t>Analyzing passenger and freight vehicle movements from automatic-Number plate recognition camera data</a:t>
                      </a:r>
                      <a:endParaRPr sz="1200">
                        <a:solidFill>
                          <a:schemeClr val="lt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Provide a better understanding of passenger and freight vehicle movements and stops, identifying similarities and differences between vehicle categories</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Inductive loops, Bluetooth detectors, Floating Car Data (FCD), and ANPR cameras</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Time restrictions affect the different vehicle categories’ actions</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graphicFrame>
        <p:nvGraphicFramePr>
          <p:cNvPr id="723" name="Google Shape;723;p70"/>
          <p:cNvGraphicFramePr/>
          <p:nvPr/>
        </p:nvGraphicFramePr>
        <p:xfrm>
          <a:off x="952500" y="310138"/>
          <a:ext cx="3000000" cy="3000000"/>
        </p:xfrm>
        <a:graphic>
          <a:graphicData uri="http://schemas.openxmlformats.org/drawingml/2006/table">
            <a:tbl>
              <a:tblPr>
                <a:noFill/>
                <a:tableStyleId>{1E79362D-6921-44E2-BEB5-E5BD8B0A7D2F}</a:tableStyleId>
              </a:tblPr>
              <a:tblGrid>
                <a:gridCol w="1447800"/>
                <a:gridCol w="1447800"/>
                <a:gridCol w="1447800"/>
                <a:gridCol w="1447800"/>
                <a:gridCol w="1447800"/>
              </a:tblGrid>
              <a:tr h="381000">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3.</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1200">
                        <a:solidFill>
                          <a:schemeClr val="lt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200">
                          <a:solidFill>
                            <a:schemeClr val="lt1"/>
                          </a:solidFill>
                          <a:latin typeface="Times New Roman"/>
                          <a:ea typeface="Times New Roman"/>
                          <a:cs typeface="Times New Roman"/>
                          <a:sym typeface="Times New Roman"/>
                        </a:rPr>
                        <a:t>Automatic Number Plate Recognition for Motorcyclists Riding Without Helmet</a:t>
                      </a:r>
                      <a:endParaRPr sz="12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Traffic police manually monitoring motorcyclists at road junctions or through CCTV footage and penalizing those without helmet</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Helmet detection, number plate recognition, computer vision, machine learning; convolutional neural networks; transfer learning </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Experimental results on traffic videos show an accuracy of 98.72% on detection of motorcyclists without helmets.</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4.</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chemeClr val="lt1"/>
                          </a:solidFill>
                          <a:latin typeface="Times New Roman"/>
                          <a:ea typeface="Times New Roman"/>
                          <a:cs typeface="Times New Roman"/>
                          <a:sym typeface="Times New Roman"/>
                        </a:rPr>
                        <a:t>Real-time Jordanian license plate recognition using deep learning</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Develop an accurate ALPR for Jordanian Licence Plate</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Two-stage CNNs, YOLO3 framework, ALPR</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proposed approach achieved 87% recognition accuracy,</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5.</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chemeClr val="lt1"/>
                          </a:solidFill>
                          <a:latin typeface="Times New Roman"/>
                          <a:ea typeface="Times New Roman"/>
                          <a:cs typeface="Times New Roman"/>
                          <a:sym typeface="Times New Roman"/>
                        </a:rPr>
                        <a:t>Automatic Vehicle License Plate Recognition using Optimal K-Means with Convolutional Neural Network for Intelligent Transportation Systems</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Automatic Vehicle License Plate Recognition </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VLPR model,OKM-</a:t>
                      </a:r>
                      <a:endParaRPr sz="12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CNN model,Improved Bernsen Algorithm, Connected component analysis</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ensured the effective performance of the OKM-CNN model over the compared methods in a considerable way.</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graphicFrame>
        <p:nvGraphicFramePr>
          <p:cNvPr id="728" name="Google Shape;728;p71"/>
          <p:cNvGraphicFramePr/>
          <p:nvPr/>
        </p:nvGraphicFramePr>
        <p:xfrm>
          <a:off x="1133913" y="181175"/>
          <a:ext cx="3000000" cy="3000000"/>
        </p:xfrm>
        <a:graphic>
          <a:graphicData uri="http://schemas.openxmlformats.org/drawingml/2006/table">
            <a:tbl>
              <a:tblPr>
                <a:noFill/>
                <a:tableStyleId>{63EF5892-16FF-469F-B2F8-09C89798EA05}</a:tableStyleId>
              </a:tblPr>
              <a:tblGrid>
                <a:gridCol w="1523125"/>
                <a:gridCol w="1381125"/>
                <a:gridCol w="1685925"/>
                <a:gridCol w="1209675"/>
                <a:gridCol w="1076325"/>
              </a:tblGrid>
              <a:tr h="12700">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6.</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rPr lang="en" sz="1200">
                          <a:solidFill>
                            <a:schemeClr val="lt1"/>
                          </a:solidFill>
                          <a:latin typeface="Times New Roman"/>
                          <a:ea typeface="Times New Roman"/>
                          <a:cs typeface="Times New Roman"/>
                          <a:sym typeface="Times New Roman"/>
                        </a:rPr>
                        <a:t>Automatic License Plate Recognition Via Sliding-Window Darknet-Yolo Deep Learning </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To recognize Taiwan’s Licence plate</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YOLO darknet deep learning framework</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 Achieves approximately 98.22% accuracy on license plate detection and 78% accuracy on license plate recognition</a:t>
                      </a:r>
                      <a:endParaRPr sz="1200">
                        <a:solidFill>
                          <a:schemeClr val="lt1"/>
                        </a:solidFill>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7.</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rPr lang="en" sz="1200">
                          <a:solidFill>
                            <a:schemeClr val="lt1"/>
                          </a:solidFill>
                          <a:latin typeface="Times New Roman"/>
                          <a:ea typeface="Times New Roman"/>
                          <a:cs typeface="Times New Roman"/>
                          <a:sym typeface="Times New Roman"/>
                        </a:rPr>
                        <a:t>Automatic License Plate Recognition Technique using Convolutional Neural Network</a:t>
                      </a:r>
                      <a:endParaRPr sz="12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Purposes an automated system for recognizing license plate technique using Convolutional Neural Network</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Image processing, character segmentation, convolutional neural network, character recognition. </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LPR using CNN achieved accuracy of 85.83% tested against 555 images</a:t>
                      </a:r>
                      <a:endParaRPr sz="1200">
                        <a:solidFill>
                          <a:schemeClr val="lt1"/>
                        </a:solidFill>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8.</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rPr lang="en" sz="1200">
                          <a:solidFill>
                            <a:schemeClr val="lt1"/>
                          </a:solidFill>
                          <a:latin typeface="Times New Roman"/>
                          <a:ea typeface="Times New Roman"/>
                          <a:cs typeface="Times New Roman"/>
                          <a:sym typeface="Times New Roman"/>
                        </a:rPr>
                        <a:t>An efficient robust method for accurate and real‑time vehicle plate recognition</a:t>
                      </a:r>
                      <a:endParaRPr sz="12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Addresses problems like Accuracy and real-timeliness in vehicle plate recognition</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AVPR, Plate Detection, CCA, Character recognition, Random Forest</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Overall accuracy achieved by the proposed method was 98.27%</a:t>
                      </a:r>
                      <a:endParaRPr sz="1200">
                        <a:solidFill>
                          <a:schemeClr val="lt1"/>
                        </a:solidFill>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graphicFrame>
        <p:nvGraphicFramePr>
          <p:cNvPr id="733" name="Google Shape;733;p72"/>
          <p:cNvGraphicFramePr/>
          <p:nvPr/>
        </p:nvGraphicFramePr>
        <p:xfrm>
          <a:off x="1121925" y="272745"/>
          <a:ext cx="3000000" cy="3000000"/>
        </p:xfrm>
        <a:graphic>
          <a:graphicData uri="http://schemas.openxmlformats.org/drawingml/2006/table">
            <a:tbl>
              <a:tblPr>
                <a:noFill/>
                <a:tableStyleId>{1E79362D-6921-44E2-BEB5-E5BD8B0A7D2F}</a:tableStyleId>
              </a:tblPr>
              <a:tblGrid>
                <a:gridCol w="1313375"/>
                <a:gridCol w="1313375"/>
                <a:gridCol w="1313375"/>
                <a:gridCol w="1313375"/>
                <a:gridCol w="1646650"/>
              </a:tblGrid>
              <a:tr h="1955800">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9.</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chemeClr val="lt1"/>
                          </a:solidFill>
                          <a:latin typeface="Times New Roman"/>
                          <a:ea typeface="Times New Roman"/>
                          <a:cs typeface="Times New Roman"/>
                          <a:sym typeface="Times New Roman"/>
                        </a:rPr>
                        <a:t>License Plate Recognition System</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Development of a LPR software system that would be useful in vehicle identification as well as in vehicle parking services and even e challan.</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OpenCV, Machine Learning</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Ability to recognize the characters correctly on license plate by neural network has probability of 95% even in presence of noise with 50% density</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955800">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10.</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chemeClr val="lt1"/>
                          </a:solidFill>
                          <a:latin typeface="Times New Roman"/>
                          <a:ea typeface="Times New Roman"/>
                          <a:cs typeface="Times New Roman"/>
                          <a:sym typeface="Times New Roman"/>
                        </a:rPr>
                        <a:t>Urban travel time data cleaning and analysis for Automatic Number Plate Recognition</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Eliminating outliers in travel times implemented in real time to enhance the data quality for traffic network monitoring and management.</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Automated Number Plate Recognition data, Data cleaning,Travel time reliability, Wavelet analysis</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Improved quality of data used by AVPR</a:t>
                      </a:r>
                      <a:endParaRPr sz="1200">
                        <a:solidFill>
                          <a:schemeClr val="lt1"/>
                        </a:solidFill>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graphicFrame>
        <p:nvGraphicFramePr>
          <p:cNvPr id="738" name="Google Shape;738;p73"/>
          <p:cNvGraphicFramePr/>
          <p:nvPr/>
        </p:nvGraphicFramePr>
        <p:xfrm>
          <a:off x="982763" y="531088"/>
          <a:ext cx="3000000" cy="3000000"/>
        </p:xfrm>
        <a:graphic>
          <a:graphicData uri="http://schemas.openxmlformats.org/drawingml/2006/table">
            <a:tbl>
              <a:tblPr>
                <a:noFill/>
                <a:tableStyleId>{63EF5892-16FF-469F-B2F8-09C89798EA05}</a:tableStyleId>
              </a:tblPr>
              <a:tblGrid>
                <a:gridCol w="1153900"/>
                <a:gridCol w="1554375"/>
                <a:gridCol w="1897425"/>
                <a:gridCol w="1361425"/>
                <a:gridCol w="1211350"/>
              </a:tblGrid>
              <a:tr h="2140675">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11.</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rPr lang="en" sz="1200">
                          <a:solidFill>
                            <a:schemeClr val="lt1"/>
                          </a:solidFill>
                          <a:latin typeface="Times New Roman"/>
                          <a:ea typeface="Times New Roman"/>
                          <a:cs typeface="Times New Roman"/>
                          <a:sym typeface="Times New Roman"/>
                        </a:rPr>
                        <a:t>Segmentation- and Annotation-Free License Plate Recognition With Deep Localization and Failure Identification </a:t>
                      </a:r>
                      <a:endParaRPr sz="12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For ALPR systems deployed in the United States, variation between jurisdictions on character width, spacing, and the existence of noise sources present in LP images makes it challenging for the recognition accuracy</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Plate localization, deep learning, convolutional neural networks, segmentation, annotation, domain adaptation, image quality assessment, character recognition.</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Better performance of our proposed methods on LP images captured in several US jurisdictions under realistic conditions.</a:t>
                      </a:r>
                      <a:endParaRPr sz="1200">
                        <a:solidFill>
                          <a:schemeClr val="lt1"/>
                        </a:solidFill>
                        <a:latin typeface="Times New Roman"/>
                        <a:ea typeface="Times New Roman"/>
                        <a:cs typeface="Times New Roman"/>
                        <a:sym typeface="Times New Roman"/>
                      </a:endParaRPr>
                    </a:p>
                  </a:txBody>
                  <a:tcPr marT="63500" marB="63500" marR="63500" marL="63500"/>
                </a:tc>
              </a:tr>
              <a:tr h="1940650">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12.</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rPr lang="en" sz="1200">
                          <a:solidFill>
                            <a:schemeClr val="lt1"/>
                          </a:solidFill>
                          <a:latin typeface="Times New Roman"/>
                          <a:ea typeface="Times New Roman"/>
                          <a:cs typeface="Times New Roman"/>
                          <a:sym typeface="Times New Roman"/>
                        </a:rPr>
                        <a:t>A Flexible Approach for Automatic License Plate Recognition in Unconstrained Scenarios</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Detect the four corners of an LP in a variety of conditions, so that it can be warped to a fronto-parallel view and alleviate perspective-related distortions. </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IWPOD-NET, Optical Character Recognition</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 For some datasets, they achieve 100% accuracy, which is also an indirect clue that the LPD module can correctly locate the LP.</a:t>
                      </a:r>
                      <a:endParaRPr sz="1200">
                        <a:solidFill>
                          <a:schemeClr val="lt1"/>
                        </a:solidFill>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graphicFrame>
        <p:nvGraphicFramePr>
          <p:cNvPr id="743" name="Google Shape;743;p74"/>
          <p:cNvGraphicFramePr/>
          <p:nvPr/>
        </p:nvGraphicFramePr>
        <p:xfrm>
          <a:off x="1110875" y="468313"/>
          <a:ext cx="3000000" cy="3000000"/>
        </p:xfrm>
        <a:graphic>
          <a:graphicData uri="http://schemas.openxmlformats.org/drawingml/2006/table">
            <a:tbl>
              <a:tblPr>
                <a:noFill/>
                <a:tableStyleId>{63EF5892-16FF-469F-B2F8-09C89798EA05}</a:tableStyleId>
              </a:tblPr>
              <a:tblGrid>
                <a:gridCol w="438400"/>
                <a:gridCol w="1672875"/>
                <a:gridCol w="2042075"/>
                <a:gridCol w="1465225"/>
                <a:gridCol w="1303675"/>
              </a:tblGrid>
              <a:tr h="2206525">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13.</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rPr lang="en" sz="1200">
                          <a:solidFill>
                            <a:schemeClr val="lt1"/>
                          </a:solidFill>
                          <a:latin typeface="Times New Roman"/>
                          <a:ea typeface="Times New Roman"/>
                          <a:cs typeface="Times New Roman"/>
                          <a:sym typeface="Times New Roman"/>
                        </a:rPr>
                        <a:t>A Robust Real-Time Automatic License Plate Recognition Based on the YOLO Detector</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Training and fine tuning  each ALPR stage so that they are robust under different conditions</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ALPR system based on the YOLO object detection Convolutional Neural Networks (CNNs)</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In the SSIG dataset, composed of 2,000 frames from 101 vehicle videos, the system achieved a recognition rate of 93.53%</a:t>
                      </a:r>
                      <a:endParaRPr sz="1200">
                        <a:solidFill>
                          <a:schemeClr val="lt1"/>
                        </a:solidFill>
                        <a:latin typeface="Times New Roman"/>
                        <a:ea typeface="Times New Roman"/>
                        <a:cs typeface="Times New Roman"/>
                        <a:sym typeface="Times New Roman"/>
                      </a:endParaRPr>
                    </a:p>
                  </a:txBody>
                  <a:tcPr marT="63500" marB="63500" marR="63500" marL="63500"/>
                </a:tc>
              </a:tr>
              <a:tr h="2000350">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14.</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rPr lang="en" sz="1200">
                          <a:solidFill>
                            <a:schemeClr val="lt1"/>
                          </a:solidFill>
                          <a:latin typeface="Times New Roman"/>
                          <a:ea typeface="Times New Roman"/>
                          <a:cs typeface="Times New Roman"/>
                          <a:sym typeface="Times New Roman"/>
                        </a:rPr>
                        <a:t>An Efficient and Layout-Independent Automatic License Plate Recognition System Based on the YOLO detector </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Aims at</a:t>
                      </a:r>
                      <a:endParaRPr sz="12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achieving the best speed/accuracy trade-off at each stage.</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Vehicle Detection, Layout Classification, YOLO</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 The proposed system achieved an average end-to-end recognition rate of 96.9% across eight public datasets</a:t>
                      </a:r>
                      <a:endParaRPr sz="1200">
                        <a:solidFill>
                          <a:schemeClr val="lt1"/>
                        </a:solidFill>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graphicFrame>
        <p:nvGraphicFramePr>
          <p:cNvPr id="748" name="Google Shape;748;p75"/>
          <p:cNvGraphicFramePr/>
          <p:nvPr/>
        </p:nvGraphicFramePr>
        <p:xfrm>
          <a:off x="964413" y="927738"/>
          <a:ext cx="3000000" cy="3000000"/>
        </p:xfrm>
        <a:graphic>
          <a:graphicData uri="http://schemas.openxmlformats.org/drawingml/2006/table">
            <a:tbl>
              <a:tblPr>
                <a:noFill/>
                <a:tableStyleId>{63EF5892-16FF-469F-B2F8-09C89798EA05}</a:tableStyleId>
              </a:tblPr>
              <a:tblGrid>
                <a:gridCol w="456975"/>
                <a:gridCol w="1743675"/>
                <a:gridCol w="2128475"/>
                <a:gridCol w="1527200"/>
                <a:gridCol w="1358850"/>
              </a:tblGrid>
              <a:tr h="1800025">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15.</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rPr lang="en" sz="1200">
                          <a:solidFill>
                            <a:schemeClr val="lt1"/>
                          </a:solidFill>
                          <a:latin typeface="Times New Roman"/>
                          <a:ea typeface="Times New Roman"/>
                          <a:cs typeface="Times New Roman"/>
                          <a:sym typeface="Times New Roman"/>
                        </a:rPr>
                        <a:t>Segmentation-Free Vehicle License Plate Recognition Using CNN</a:t>
                      </a:r>
                      <a:endParaRPr sz="1200">
                        <a:solidFill>
                          <a:schemeClr val="lt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Using deep convolutional neural networks (CNN) to detect and recognize vehicle license plates in complex natural scenes.</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Vehicle plate detection and recognition · Feature extraction Convolutional neural network</a:t>
                      </a:r>
                      <a:endParaRPr sz="1200">
                        <a:solidFill>
                          <a:schemeClr val="lt1"/>
                        </a:solidFill>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recognition accuracy achieves 99.34%.</a:t>
                      </a:r>
                      <a:endParaRPr sz="1200">
                        <a:solidFill>
                          <a:schemeClr val="lt1"/>
                        </a:solidFill>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76"/>
          <p:cNvSpPr/>
          <p:nvPr/>
        </p:nvSpPr>
        <p:spPr>
          <a:xfrm>
            <a:off x="713225" y="510300"/>
            <a:ext cx="7704000" cy="632100"/>
          </a:xfrm>
          <a:prstGeom prst="snip2DiagRect">
            <a:avLst>
              <a:gd fmla="val 0" name="adj1"/>
              <a:gd fmla="val 22148" name="adj2"/>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76"/>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OBJECTIVE</a:t>
            </a:r>
            <a:endParaRPr/>
          </a:p>
        </p:txBody>
      </p:sp>
      <p:sp>
        <p:nvSpPr>
          <p:cNvPr id="755" name="Google Shape;755;p76"/>
          <p:cNvSpPr txBox="1"/>
          <p:nvPr>
            <p:ph idx="1" type="body"/>
          </p:nvPr>
        </p:nvSpPr>
        <p:spPr>
          <a:xfrm>
            <a:off x="720000" y="1456400"/>
            <a:ext cx="7704000" cy="2594700"/>
          </a:xfrm>
          <a:prstGeom prst="rect">
            <a:avLst/>
          </a:prstGeom>
        </p:spPr>
        <p:txBody>
          <a:bodyPr anchorCtr="0" anchor="t" bIns="91425" lIns="91425" spcFirstLastPara="1" rIns="91425" wrap="square" tIns="91425">
            <a:noAutofit/>
          </a:bodyPr>
          <a:lstStyle/>
          <a:p>
            <a:pPr indent="-317500" lvl="0" marL="457200" rtl="0" algn="just">
              <a:lnSpc>
                <a:spcPct val="200000"/>
              </a:lnSpc>
              <a:spcBef>
                <a:spcPts val="0"/>
              </a:spcBef>
              <a:spcAft>
                <a:spcPts val="0"/>
              </a:spcAft>
              <a:buSzPts val="1400"/>
              <a:buFont typeface="Times New Roman"/>
              <a:buChar char="●"/>
            </a:pPr>
            <a:r>
              <a:rPr b="0" lang="en" sz="1400">
                <a:latin typeface="Times New Roman"/>
                <a:ea typeface="Times New Roman"/>
                <a:cs typeface="Times New Roman"/>
                <a:sym typeface="Times New Roman"/>
              </a:rPr>
              <a:t>Automating the reading and tracking of license plate</a:t>
            </a:r>
            <a:endParaRPr b="0" sz="1400">
              <a:latin typeface="Times New Roman"/>
              <a:ea typeface="Times New Roman"/>
              <a:cs typeface="Times New Roman"/>
              <a:sym typeface="Times New Roman"/>
            </a:endParaRPr>
          </a:p>
          <a:p>
            <a:pPr indent="-317500" lvl="0" marL="457200" rtl="0" algn="just">
              <a:lnSpc>
                <a:spcPct val="200000"/>
              </a:lnSpc>
              <a:spcBef>
                <a:spcPts val="0"/>
              </a:spcBef>
              <a:spcAft>
                <a:spcPts val="0"/>
              </a:spcAft>
              <a:buSzPts val="1400"/>
              <a:buFont typeface="Times New Roman"/>
              <a:buChar char="●"/>
            </a:pPr>
            <a:r>
              <a:rPr b="0" lang="en" sz="1400">
                <a:latin typeface="Times New Roman"/>
                <a:ea typeface="Times New Roman"/>
                <a:cs typeface="Times New Roman"/>
                <a:sym typeface="Times New Roman"/>
              </a:rPr>
              <a:t>Providing a security and surveillance tool for law enforcement</a:t>
            </a:r>
            <a:endParaRPr b="0" sz="1400">
              <a:latin typeface="Times New Roman"/>
              <a:ea typeface="Times New Roman"/>
              <a:cs typeface="Times New Roman"/>
              <a:sym typeface="Times New Roman"/>
            </a:endParaRPr>
          </a:p>
          <a:p>
            <a:pPr indent="-317500" lvl="0" marL="457200" rtl="0" algn="just">
              <a:lnSpc>
                <a:spcPct val="200000"/>
              </a:lnSpc>
              <a:spcBef>
                <a:spcPts val="0"/>
              </a:spcBef>
              <a:spcAft>
                <a:spcPts val="0"/>
              </a:spcAft>
              <a:buSzPts val="1400"/>
              <a:buFont typeface="Times New Roman"/>
              <a:buChar char="●"/>
            </a:pPr>
            <a:r>
              <a:rPr b="0" lang="en" sz="1400">
                <a:latin typeface="Times New Roman"/>
                <a:ea typeface="Times New Roman"/>
                <a:cs typeface="Times New Roman"/>
                <a:sym typeface="Times New Roman"/>
              </a:rPr>
              <a:t>Optimization of traffic control</a:t>
            </a:r>
            <a:endParaRPr b="0" sz="1400">
              <a:latin typeface="Times New Roman"/>
              <a:ea typeface="Times New Roman"/>
              <a:cs typeface="Times New Roman"/>
              <a:sym typeface="Times New Roman"/>
            </a:endParaRPr>
          </a:p>
          <a:p>
            <a:pPr indent="-317500" lvl="0" marL="457200" rtl="0" algn="just">
              <a:lnSpc>
                <a:spcPct val="200000"/>
              </a:lnSpc>
              <a:spcBef>
                <a:spcPts val="0"/>
              </a:spcBef>
              <a:spcAft>
                <a:spcPts val="0"/>
              </a:spcAft>
              <a:buSzPts val="1400"/>
              <a:buFont typeface="Times New Roman"/>
              <a:buChar char="●"/>
            </a:pPr>
            <a:r>
              <a:rPr b="0" lang="en" sz="1400">
                <a:latin typeface="Times New Roman"/>
                <a:ea typeface="Times New Roman"/>
                <a:cs typeface="Times New Roman"/>
                <a:sym typeface="Times New Roman"/>
              </a:rPr>
              <a:t>Effective and efficient parking enforcement</a:t>
            </a:r>
            <a:endParaRPr b="0" sz="1400">
              <a:latin typeface="Times New Roman"/>
              <a:ea typeface="Times New Roman"/>
              <a:cs typeface="Times New Roman"/>
              <a:sym typeface="Times New Roman"/>
            </a:endParaRPr>
          </a:p>
        </p:txBody>
      </p:sp>
      <p:grpSp>
        <p:nvGrpSpPr>
          <p:cNvPr id="756" name="Google Shape;756;p76"/>
          <p:cNvGrpSpPr/>
          <p:nvPr/>
        </p:nvGrpSpPr>
        <p:grpSpPr>
          <a:xfrm rot="10800000">
            <a:off x="206982" y="423196"/>
            <a:ext cx="288601" cy="1096693"/>
            <a:chOff x="1006700" y="2603975"/>
            <a:chExt cx="55450" cy="210700"/>
          </a:xfrm>
        </p:grpSpPr>
        <p:sp>
          <p:nvSpPr>
            <p:cNvPr id="757" name="Google Shape;757;p76"/>
            <p:cNvSpPr/>
            <p:nvPr/>
          </p:nvSpPr>
          <p:spPr>
            <a:xfrm>
              <a:off x="1006700" y="262997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76"/>
            <p:cNvSpPr/>
            <p:nvPr/>
          </p:nvSpPr>
          <p:spPr>
            <a:xfrm>
              <a:off x="1032700" y="260397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76"/>
            <p:cNvSpPr/>
            <p:nvPr/>
          </p:nvSpPr>
          <p:spPr>
            <a:xfrm>
              <a:off x="1006700" y="2707200"/>
              <a:ext cx="55450" cy="3850"/>
            </a:xfrm>
            <a:custGeom>
              <a:rect b="b" l="l" r="r" t="t"/>
              <a:pathLst>
                <a:path extrusionOk="0" h="154" w="2218">
                  <a:moveTo>
                    <a:pt x="0" y="1"/>
                  </a:moveTo>
                  <a:lnTo>
                    <a:pt x="0" y="154"/>
                  </a:lnTo>
                  <a:lnTo>
                    <a:pt x="2218" y="154"/>
                  </a:lnTo>
                  <a:lnTo>
                    <a:pt x="221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76"/>
            <p:cNvSpPr/>
            <p:nvPr/>
          </p:nvSpPr>
          <p:spPr>
            <a:xfrm>
              <a:off x="1032700" y="2681600"/>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76"/>
            <p:cNvSpPr/>
            <p:nvPr/>
          </p:nvSpPr>
          <p:spPr>
            <a:xfrm>
              <a:off x="1006700" y="278522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76"/>
            <p:cNvSpPr/>
            <p:nvPr/>
          </p:nvSpPr>
          <p:spPr>
            <a:xfrm>
              <a:off x="1032700" y="275922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3" name="Google Shape;763;p76"/>
          <p:cNvGrpSpPr/>
          <p:nvPr/>
        </p:nvGrpSpPr>
        <p:grpSpPr>
          <a:xfrm>
            <a:off x="7882402" y="3927185"/>
            <a:ext cx="1096749" cy="1020364"/>
            <a:chOff x="827350" y="3629733"/>
            <a:chExt cx="1431600" cy="1332067"/>
          </a:xfrm>
        </p:grpSpPr>
        <p:sp>
          <p:nvSpPr>
            <p:cNvPr id="764" name="Google Shape;764;p76"/>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76"/>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76"/>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7" name="Google Shape;767;p76"/>
          <p:cNvGrpSpPr/>
          <p:nvPr/>
        </p:nvGrpSpPr>
        <p:grpSpPr>
          <a:xfrm>
            <a:off x="7771279" y="3271162"/>
            <a:ext cx="510366" cy="474882"/>
            <a:chOff x="827350" y="3629733"/>
            <a:chExt cx="1431600" cy="1332067"/>
          </a:xfrm>
        </p:grpSpPr>
        <p:sp>
          <p:nvSpPr>
            <p:cNvPr id="768" name="Google Shape;768;p76"/>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76"/>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76"/>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1" name="Google Shape;771;p76"/>
          <p:cNvGrpSpPr/>
          <p:nvPr/>
        </p:nvGrpSpPr>
        <p:grpSpPr>
          <a:xfrm>
            <a:off x="7247377" y="4412793"/>
            <a:ext cx="401134" cy="373245"/>
            <a:chOff x="827350" y="3629733"/>
            <a:chExt cx="1431600" cy="1332067"/>
          </a:xfrm>
        </p:grpSpPr>
        <p:sp>
          <p:nvSpPr>
            <p:cNvPr id="772" name="Google Shape;772;p76"/>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76"/>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76"/>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77"/>
          <p:cNvSpPr/>
          <p:nvPr/>
        </p:nvSpPr>
        <p:spPr>
          <a:xfrm>
            <a:off x="713225" y="510300"/>
            <a:ext cx="7704000" cy="632100"/>
          </a:xfrm>
          <a:prstGeom prst="snip2DiagRect">
            <a:avLst>
              <a:gd fmla="val 0" name="adj1"/>
              <a:gd fmla="val 22148" name="adj2"/>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77"/>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PROBLEM STATEMENT</a:t>
            </a:r>
            <a:endParaRPr/>
          </a:p>
        </p:txBody>
      </p:sp>
      <p:sp>
        <p:nvSpPr>
          <p:cNvPr id="781" name="Google Shape;781;p77"/>
          <p:cNvSpPr txBox="1"/>
          <p:nvPr>
            <p:ph idx="1" type="body"/>
          </p:nvPr>
        </p:nvSpPr>
        <p:spPr>
          <a:xfrm>
            <a:off x="720000" y="1456400"/>
            <a:ext cx="7704000" cy="25947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0" lang="en" sz="1500">
                <a:latin typeface="Times New Roman"/>
                <a:ea typeface="Times New Roman"/>
                <a:cs typeface="Times New Roman"/>
                <a:sym typeface="Times New Roman"/>
              </a:rPr>
              <a:t>The quick and precise identification and tracking of cars is becoming more and more crucial in today's society for a variety of purposes, including security, traffic management, and law enforcement. This poses a problem for the development of a more effective, efficient, and trustworthy vehicle identification and tracking system. The demand for such a solution has given rise to license plate recognition technology, which automates the identification and tracking of vehicles using cutting-edge deep learning tools and methodologies.</a:t>
            </a:r>
            <a:endParaRPr b="0" sz="1500">
              <a:latin typeface="Times New Roman"/>
              <a:ea typeface="Times New Roman"/>
              <a:cs typeface="Times New Roman"/>
              <a:sym typeface="Times New Roman"/>
            </a:endParaRPr>
          </a:p>
        </p:txBody>
      </p:sp>
      <p:grpSp>
        <p:nvGrpSpPr>
          <p:cNvPr id="782" name="Google Shape;782;p77"/>
          <p:cNvGrpSpPr/>
          <p:nvPr/>
        </p:nvGrpSpPr>
        <p:grpSpPr>
          <a:xfrm rot="10800000">
            <a:off x="206982" y="423196"/>
            <a:ext cx="288601" cy="1096693"/>
            <a:chOff x="1006700" y="2603975"/>
            <a:chExt cx="55450" cy="210700"/>
          </a:xfrm>
        </p:grpSpPr>
        <p:sp>
          <p:nvSpPr>
            <p:cNvPr id="783" name="Google Shape;783;p77"/>
            <p:cNvSpPr/>
            <p:nvPr/>
          </p:nvSpPr>
          <p:spPr>
            <a:xfrm>
              <a:off x="1006700" y="262997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77"/>
            <p:cNvSpPr/>
            <p:nvPr/>
          </p:nvSpPr>
          <p:spPr>
            <a:xfrm>
              <a:off x="1032700" y="260397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77"/>
            <p:cNvSpPr/>
            <p:nvPr/>
          </p:nvSpPr>
          <p:spPr>
            <a:xfrm>
              <a:off x="1006700" y="2707200"/>
              <a:ext cx="55450" cy="3850"/>
            </a:xfrm>
            <a:custGeom>
              <a:rect b="b" l="l" r="r" t="t"/>
              <a:pathLst>
                <a:path extrusionOk="0" h="154" w="2218">
                  <a:moveTo>
                    <a:pt x="0" y="1"/>
                  </a:moveTo>
                  <a:lnTo>
                    <a:pt x="0" y="154"/>
                  </a:lnTo>
                  <a:lnTo>
                    <a:pt x="2218" y="154"/>
                  </a:lnTo>
                  <a:lnTo>
                    <a:pt x="221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77"/>
            <p:cNvSpPr/>
            <p:nvPr/>
          </p:nvSpPr>
          <p:spPr>
            <a:xfrm>
              <a:off x="1032700" y="2681600"/>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77"/>
            <p:cNvSpPr/>
            <p:nvPr/>
          </p:nvSpPr>
          <p:spPr>
            <a:xfrm>
              <a:off x="1006700" y="278522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77"/>
            <p:cNvSpPr/>
            <p:nvPr/>
          </p:nvSpPr>
          <p:spPr>
            <a:xfrm>
              <a:off x="1032700" y="275922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9" name="Google Shape;789;p77"/>
          <p:cNvGrpSpPr/>
          <p:nvPr/>
        </p:nvGrpSpPr>
        <p:grpSpPr>
          <a:xfrm>
            <a:off x="7882402" y="3927185"/>
            <a:ext cx="1096749" cy="1020364"/>
            <a:chOff x="827350" y="3629733"/>
            <a:chExt cx="1431600" cy="1332067"/>
          </a:xfrm>
        </p:grpSpPr>
        <p:sp>
          <p:nvSpPr>
            <p:cNvPr id="790" name="Google Shape;790;p77"/>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77"/>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77"/>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3" name="Google Shape;793;p77"/>
          <p:cNvGrpSpPr/>
          <p:nvPr/>
        </p:nvGrpSpPr>
        <p:grpSpPr>
          <a:xfrm>
            <a:off x="7771279" y="3271162"/>
            <a:ext cx="510366" cy="474882"/>
            <a:chOff x="827350" y="3629733"/>
            <a:chExt cx="1431600" cy="1332067"/>
          </a:xfrm>
        </p:grpSpPr>
        <p:sp>
          <p:nvSpPr>
            <p:cNvPr id="794" name="Google Shape;794;p77"/>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77"/>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77"/>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7" name="Google Shape;797;p77"/>
          <p:cNvGrpSpPr/>
          <p:nvPr/>
        </p:nvGrpSpPr>
        <p:grpSpPr>
          <a:xfrm>
            <a:off x="7247377" y="4412793"/>
            <a:ext cx="401134" cy="373245"/>
            <a:chOff x="827350" y="3629733"/>
            <a:chExt cx="1431600" cy="1332067"/>
          </a:xfrm>
        </p:grpSpPr>
        <p:sp>
          <p:nvSpPr>
            <p:cNvPr id="798" name="Google Shape;798;p77"/>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77"/>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77"/>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78"/>
          <p:cNvSpPr/>
          <p:nvPr/>
        </p:nvSpPr>
        <p:spPr>
          <a:xfrm>
            <a:off x="713225" y="510300"/>
            <a:ext cx="7704000" cy="632100"/>
          </a:xfrm>
          <a:prstGeom prst="snip2DiagRect">
            <a:avLst>
              <a:gd fmla="val 0" name="adj1"/>
              <a:gd fmla="val 22148" name="adj2"/>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78"/>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PROPOSED SYSTEM</a:t>
            </a:r>
            <a:endParaRPr/>
          </a:p>
        </p:txBody>
      </p:sp>
      <p:sp>
        <p:nvSpPr>
          <p:cNvPr id="807" name="Google Shape;807;p78"/>
          <p:cNvSpPr txBox="1"/>
          <p:nvPr>
            <p:ph idx="1" type="body"/>
          </p:nvPr>
        </p:nvSpPr>
        <p:spPr>
          <a:xfrm>
            <a:off x="720000" y="1456400"/>
            <a:ext cx="7704000" cy="25947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0" lang="en" sz="1600">
                <a:latin typeface="Times New Roman"/>
                <a:ea typeface="Times New Roman"/>
                <a:cs typeface="Times New Roman"/>
                <a:sym typeface="Times New Roman"/>
              </a:rPr>
              <a:t>The system has the ability to take pictures of license plates, improve the images using image processing techniques, and then extract the license plate numbers from the photos using binary segmentation techniques. After comparison with a database of authorized cars, the retrieved data offers real-time vehicle identification and tracking capabilities.</a:t>
            </a:r>
            <a:endParaRPr b="0" sz="1600">
              <a:latin typeface="Times New Roman"/>
              <a:ea typeface="Times New Roman"/>
              <a:cs typeface="Times New Roman"/>
              <a:sym typeface="Times New Roman"/>
            </a:endParaRPr>
          </a:p>
        </p:txBody>
      </p:sp>
      <p:grpSp>
        <p:nvGrpSpPr>
          <p:cNvPr id="808" name="Google Shape;808;p78"/>
          <p:cNvGrpSpPr/>
          <p:nvPr/>
        </p:nvGrpSpPr>
        <p:grpSpPr>
          <a:xfrm rot="10800000">
            <a:off x="206982" y="423196"/>
            <a:ext cx="288601" cy="1096693"/>
            <a:chOff x="1006700" y="2603975"/>
            <a:chExt cx="55450" cy="210700"/>
          </a:xfrm>
        </p:grpSpPr>
        <p:sp>
          <p:nvSpPr>
            <p:cNvPr id="809" name="Google Shape;809;p78"/>
            <p:cNvSpPr/>
            <p:nvPr/>
          </p:nvSpPr>
          <p:spPr>
            <a:xfrm>
              <a:off x="1006700" y="262997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78"/>
            <p:cNvSpPr/>
            <p:nvPr/>
          </p:nvSpPr>
          <p:spPr>
            <a:xfrm>
              <a:off x="1032700" y="260397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78"/>
            <p:cNvSpPr/>
            <p:nvPr/>
          </p:nvSpPr>
          <p:spPr>
            <a:xfrm>
              <a:off x="1006700" y="2707200"/>
              <a:ext cx="55450" cy="3850"/>
            </a:xfrm>
            <a:custGeom>
              <a:rect b="b" l="l" r="r" t="t"/>
              <a:pathLst>
                <a:path extrusionOk="0" h="154" w="2218">
                  <a:moveTo>
                    <a:pt x="0" y="1"/>
                  </a:moveTo>
                  <a:lnTo>
                    <a:pt x="0" y="154"/>
                  </a:lnTo>
                  <a:lnTo>
                    <a:pt x="2218" y="154"/>
                  </a:lnTo>
                  <a:lnTo>
                    <a:pt x="221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78"/>
            <p:cNvSpPr/>
            <p:nvPr/>
          </p:nvSpPr>
          <p:spPr>
            <a:xfrm>
              <a:off x="1032700" y="2681600"/>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78"/>
            <p:cNvSpPr/>
            <p:nvPr/>
          </p:nvSpPr>
          <p:spPr>
            <a:xfrm>
              <a:off x="1006700" y="278522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78"/>
            <p:cNvSpPr/>
            <p:nvPr/>
          </p:nvSpPr>
          <p:spPr>
            <a:xfrm>
              <a:off x="1032700" y="275922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5" name="Google Shape;815;p78"/>
          <p:cNvGrpSpPr/>
          <p:nvPr/>
        </p:nvGrpSpPr>
        <p:grpSpPr>
          <a:xfrm>
            <a:off x="7882402" y="3927185"/>
            <a:ext cx="1096749" cy="1020364"/>
            <a:chOff x="827350" y="3629733"/>
            <a:chExt cx="1431600" cy="1332067"/>
          </a:xfrm>
        </p:grpSpPr>
        <p:sp>
          <p:nvSpPr>
            <p:cNvPr id="816" name="Google Shape;816;p78"/>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78"/>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78"/>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9" name="Google Shape;819;p78"/>
          <p:cNvGrpSpPr/>
          <p:nvPr/>
        </p:nvGrpSpPr>
        <p:grpSpPr>
          <a:xfrm>
            <a:off x="7771279" y="3271162"/>
            <a:ext cx="510366" cy="474882"/>
            <a:chOff x="827350" y="3629733"/>
            <a:chExt cx="1431600" cy="1332067"/>
          </a:xfrm>
        </p:grpSpPr>
        <p:sp>
          <p:nvSpPr>
            <p:cNvPr id="820" name="Google Shape;820;p78"/>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78"/>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78"/>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3" name="Google Shape;823;p78"/>
          <p:cNvGrpSpPr/>
          <p:nvPr/>
        </p:nvGrpSpPr>
        <p:grpSpPr>
          <a:xfrm>
            <a:off x="7247377" y="4412793"/>
            <a:ext cx="401134" cy="373245"/>
            <a:chOff x="827350" y="3629733"/>
            <a:chExt cx="1431600" cy="1332067"/>
          </a:xfrm>
        </p:grpSpPr>
        <p:sp>
          <p:nvSpPr>
            <p:cNvPr id="824" name="Google Shape;824;p78"/>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78"/>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78"/>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79"/>
          <p:cNvSpPr/>
          <p:nvPr/>
        </p:nvSpPr>
        <p:spPr>
          <a:xfrm>
            <a:off x="713225" y="510300"/>
            <a:ext cx="7704000" cy="632100"/>
          </a:xfrm>
          <a:prstGeom prst="snip2DiagRect">
            <a:avLst>
              <a:gd fmla="val 0" name="adj1"/>
              <a:gd fmla="val 22148" name="adj2"/>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79"/>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600"/>
              <a:t>SYSTEM REQUIREMENT SPECIFICATION</a:t>
            </a:r>
            <a:endParaRPr sz="2600"/>
          </a:p>
        </p:txBody>
      </p:sp>
      <p:sp>
        <p:nvSpPr>
          <p:cNvPr id="833" name="Google Shape;833;p79"/>
          <p:cNvSpPr txBox="1"/>
          <p:nvPr>
            <p:ph idx="1" type="body"/>
          </p:nvPr>
        </p:nvSpPr>
        <p:spPr>
          <a:xfrm>
            <a:off x="720000" y="1456400"/>
            <a:ext cx="7704000" cy="25947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0" lang="en" sz="1800">
                <a:latin typeface="Times New Roman"/>
                <a:ea typeface="Times New Roman"/>
                <a:cs typeface="Times New Roman"/>
                <a:sym typeface="Times New Roman"/>
              </a:rPr>
              <a:t>Funct</a:t>
            </a:r>
            <a:r>
              <a:rPr b="0" lang="en" sz="1800">
                <a:solidFill>
                  <a:srgbClr val="FFFFFF"/>
                </a:solidFill>
                <a:latin typeface="Times New Roman"/>
                <a:ea typeface="Times New Roman"/>
                <a:cs typeface="Times New Roman"/>
                <a:sym typeface="Times New Roman"/>
              </a:rPr>
              <a:t>ional Requirements:</a:t>
            </a:r>
            <a:endParaRPr b="0" sz="1800">
              <a:solidFill>
                <a:srgbClr val="FFFFFF"/>
              </a:solidFill>
              <a:latin typeface="Times New Roman"/>
              <a:ea typeface="Times New Roman"/>
              <a:cs typeface="Times New Roman"/>
              <a:sym typeface="Times New Roman"/>
            </a:endParaRPr>
          </a:p>
          <a:p>
            <a:pPr indent="-317500" lvl="0" marL="457200" rtl="0" algn="l">
              <a:lnSpc>
                <a:spcPct val="150000"/>
              </a:lnSpc>
              <a:spcBef>
                <a:spcPts val="0"/>
              </a:spcBef>
              <a:spcAft>
                <a:spcPts val="0"/>
              </a:spcAft>
              <a:buClr>
                <a:srgbClr val="FFFFFF"/>
              </a:buClr>
              <a:buSzPts val="1400"/>
              <a:buFont typeface="Times New Roman"/>
              <a:buChar char="●"/>
            </a:pPr>
            <a:r>
              <a:rPr b="0" lang="en" sz="1400">
                <a:solidFill>
                  <a:srgbClr val="FFFFFF"/>
                </a:solidFill>
                <a:latin typeface="Times New Roman"/>
                <a:ea typeface="Times New Roman"/>
                <a:cs typeface="Times New Roman"/>
                <a:sym typeface="Times New Roman"/>
              </a:rPr>
              <a:t>System should be connected to a CCTV camera to provide traffic footage.</a:t>
            </a:r>
            <a:endParaRPr b="0" sz="1400">
              <a:solidFill>
                <a:srgbClr val="FFFFFF"/>
              </a:solidFill>
              <a:latin typeface="Times New Roman"/>
              <a:ea typeface="Times New Roman"/>
              <a:cs typeface="Times New Roman"/>
              <a:sym typeface="Times New Roman"/>
            </a:endParaRPr>
          </a:p>
          <a:p>
            <a:pPr indent="-317500" lvl="0" marL="457200" rtl="0" algn="l">
              <a:lnSpc>
                <a:spcPct val="150000"/>
              </a:lnSpc>
              <a:spcBef>
                <a:spcPts val="0"/>
              </a:spcBef>
              <a:spcAft>
                <a:spcPts val="0"/>
              </a:spcAft>
              <a:buClr>
                <a:srgbClr val="FFFFFF"/>
              </a:buClr>
              <a:buSzPts val="1400"/>
              <a:buFont typeface="Times New Roman"/>
              <a:buChar char="●"/>
            </a:pPr>
            <a:r>
              <a:rPr b="0" lang="en" sz="1400">
                <a:solidFill>
                  <a:srgbClr val="FFFFFF"/>
                </a:solidFill>
                <a:latin typeface="Times New Roman"/>
                <a:ea typeface="Times New Roman"/>
                <a:cs typeface="Times New Roman"/>
                <a:sym typeface="Times New Roman"/>
              </a:rPr>
              <a:t>System should be able to recognise and retrieve the license plate number from the CCTV footage</a:t>
            </a:r>
            <a:endParaRPr b="0" sz="1400">
              <a:solidFill>
                <a:srgbClr val="FFFFFF"/>
              </a:solidFill>
              <a:latin typeface="Times New Roman"/>
              <a:ea typeface="Times New Roman"/>
              <a:cs typeface="Times New Roman"/>
              <a:sym typeface="Times New Roman"/>
            </a:endParaRPr>
          </a:p>
          <a:p>
            <a:pPr indent="-317500" lvl="0" marL="457200" rtl="0" algn="l">
              <a:lnSpc>
                <a:spcPct val="150000"/>
              </a:lnSpc>
              <a:spcBef>
                <a:spcPts val="0"/>
              </a:spcBef>
              <a:spcAft>
                <a:spcPts val="0"/>
              </a:spcAft>
              <a:buClr>
                <a:srgbClr val="FFFFFF"/>
              </a:buClr>
              <a:buSzPts val="1400"/>
              <a:buFont typeface="Times New Roman"/>
              <a:buChar char="●"/>
            </a:pPr>
            <a:r>
              <a:rPr b="0" lang="en" sz="1400">
                <a:solidFill>
                  <a:srgbClr val="FFFFFF"/>
                </a:solidFill>
                <a:latin typeface="Times New Roman"/>
                <a:ea typeface="Times New Roman"/>
                <a:cs typeface="Times New Roman"/>
                <a:sym typeface="Times New Roman"/>
              </a:rPr>
              <a:t>System should update all the data in the cloud </a:t>
            </a:r>
            <a:endParaRPr b="0" sz="1400">
              <a:solidFill>
                <a:srgbClr val="FFFFFF"/>
              </a:solidFill>
              <a:latin typeface="Times New Roman"/>
              <a:ea typeface="Times New Roman"/>
              <a:cs typeface="Times New Roman"/>
              <a:sym typeface="Times New Roman"/>
            </a:endParaRPr>
          </a:p>
          <a:p>
            <a:pPr indent="-317500" lvl="0" marL="457200" rtl="0" algn="l">
              <a:lnSpc>
                <a:spcPct val="150000"/>
              </a:lnSpc>
              <a:spcBef>
                <a:spcPts val="0"/>
              </a:spcBef>
              <a:spcAft>
                <a:spcPts val="0"/>
              </a:spcAft>
              <a:buClr>
                <a:srgbClr val="FFFFFF"/>
              </a:buClr>
              <a:buSzPts val="1400"/>
              <a:buFont typeface="Times New Roman"/>
              <a:buChar char="●"/>
            </a:pPr>
            <a:r>
              <a:rPr b="0" lang="en" sz="1400">
                <a:solidFill>
                  <a:srgbClr val="FFFFFF"/>
                </a:solidFill>
                <a:latin typeface="Times New Roman"/>
                <a:ea typeface="Times New Roman"/>
                <a:cs typeface="Times New Roman"/>
                <a:sym typeface="Times New Roman"/>
              </a:rPr>
              <a:t>System should have proper error message in case if it not able to identify the number plate </a:t>
            </a:r>
            <a:endParaRPr b="0" sz="1400">
              <a:solidFill>
                <a:srgbClr val="FFFFFF"/>
              </a:solidFill>
              <a:latin typeface="Times New Roman"/>
              <a:ea typeface="Times New Roman"/>
              <a:cs typeface="Times New Roman"/>
              <a:sym typeface="Times New Roman"/>
            </a:endParaRPr>
          </a:p>
          <a:p>
            <a:pPr indent="0" lvl="0" marL="0" rtl="0" algn="l">
              <a:lnSpc>
                <a:spcPct val="150000"/>
              </a:lnSpc>
              <a:spcBef>
                <a:spcPts val="0"/>
              </a:spcBef>
              <a:spcAft>
                <a:spcPts val="0"/>
              </a:spcAft>
              <a:buNone/>
            </a:pPr>
            <a:r>
              <a:t/>
            </a:r>
            <a:endParaRPr b="0" sz="1400">
              <a:latin typeface="Times New Roman"/>
              <a:ea typeface="Times New Roman"/>
              <a:cs typeface="Times New Roman"/>
              <a:sym typeface="Times New Roman"/>
            </a:endParaRPr>
          </a:p>
        </p:txBody>
      </p:sp>
      <p:grpSp>
        <p:nvGrpSpPr>
          <p:cNvPr id="834" name="Google Shape;834;p79"/>
          <p:cNvGrpSpPr/>
          <p:nvPr/>
        </p:nvGrpSpPr>
        <p:grpSpPr>
          <a:xfrm rot="10800000">
            <a:off x="206982" y="423196"/>
            <a:ext cx="288601" cy="1096693"/>
            <a:chOff x="1006700" y="2603975"/>
            <a:chExt cx="55450" cy="210700"/>
          </a:xfrm>
        </p:grpSpPr>
        <p:sp>
          <p:nvSpPr>
            <p:cNvPr id="835" name="Google Shape;835;p79"/>
            <p:cNvSpPr/>
            <p:nvPr/>
          </p:nvSpPr>
          <p:spPr>
            <a:xfrm>
              <a:off x="1006700" y="262997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79"/>
            <p:cNvSpPr/>
            <p:nvPr/>
          </p:nvSpPr>
          <p:spPr>
            <a:xfrm>
              <a:off x="1032700" y="260397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79"/>
            <p:cNvSpPr/>
            <p:nvPr/>
          </p:nvSpPr>
          <p:spPr>
            <a:xfrm>
              <a:off x="1006700" y="2707200"/>
              <a:ext cx="55450" cy="3850"/>
            </a:xfrm>
            <a:custGeom>
              <a:rect b="b" l="l" r="r" t="t"/>
              <a:pathLst>
                <a:path extrusionOk="0" h="154" w="2218">
                  <a:moveTo>
                    <a:pt x="0" y="1"/>
                  </a:moveTo>
                  <a:lnTo>
                    <a:pt x="0" y="154"/>
                  </a:lnTo>
                  <a:lnTo>
                    <a:pt x="2218" y="154"/>
                  </a:lnTo>
                  <a:lnTo>
                    <a:pt x="221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79"/>
            <p:cNvSpPr/>
            <p:nvPr/>
          </p:nvSpPr>
          <p:spPr>
            <a:xfrm>
              <a:off x="1032700" y="2681600"/>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79"/>
            <p:cNvSpPr/>
            <p:nvPr/>
          </p:nvSpPr>
          <p:spPr>
            <a:xfrm>
              <a:off x="1006700" y="278522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79"/>
            <p:cNvSpPr/>
            <p:nvPr/>
          </p:nvSpPr>
          <p:spPr>
            <a:xfrm>
              <a:off x="1032700" y="275922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1" name="Google Shape;841;p79"/>
          <p:cNvGrpSpPr/>
          <p:nvPr/>
        </p:nvGrpSpPr>
        <p:grpSpPr>
          <a:xfrm>
            <a:off x="7882402" y="3927185"/>
            <a:ext cx="1096749" cy="1020364"/>
            <a:chOff x="827350" y="3629733"/>
            <a:chExt cx="1431600" cy="1332067"/>
          </a:xfrm>
        </p:grpSpPr>
        <p:sp>
          <p:nvSpPr>
            <p:cNvPr id="842" name="Google Shape;842;p79"/>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79"/>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79"/>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5" name="Google Shape;845;p79"/>
          <p:cNvGrpSpPr/>
          <p:nvPr/>
        </p:nvGrpSpPr>
        <p:grpSpPr>
          <a:xfrm>
            <a:off x="7771279" y="3271162"/>
            <a:ext cx="510366" cy="474882"/>
            <a:chOff x="827350" y="3629733"/>
            <a:chExt cx="1431600" cy="1332067"/>
          </a:xfrm>
        </p:grpSpPr>
        <p:sp>
          <p:nvSpPr>
            <p:cNvPr id="846" name="Google Shape;846;p79"/>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79"/>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79"/>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9" name="Google Shape;849;p79"/>
          <p:cNvGrpSpPr/>
          <p:nvPr/>
        </p:nvGrpSpPr>
        <p:grpSpPr>
          <a:xfrm>
            <a:off x="7247377" y="4412793"/>
            <a:ext cx="401134" cy="373245"/>
            <a:chOff x="827350" y="3629733"/>
            <a:chExt cx="1431600" cy="1332067"/>
          </a:xfrm>
        </p:grpSpPr>
        <p:sp>
          <p:nvSpPr>
            <p:cNvPr id="850" name="Google Shape;850;p79"/>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79"/>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79"/>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80"/>
          <p:cNvSpPr/>
          <p:nvPr/>
        </p:nvSpPr>
        <p:spPr>
          <a:xfrm>
            <a:off x="713225" y="510300"/>
            <a:ext cx="7704000" cy="632100"/>
          </a:xfrm>
          <a:prstGeom prst="snip2DiagRect">
            <a:avLst>
              <a:gd fmla="val 0" name="adj1"/>
              <a:gd fmla="val 22148" name="adj2"/>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80"/>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600"/>
              <a:t>SYSTEM REQUIREMENT SPECIFICATION</a:t>
            </a:r>
            <a:endParaRPr sz="2600"/>
          </a:p>
        </p:txBody>
      </p:sp>
      <p:sp>
        <p:nvSpPr>
          <p:cNvPr id="859" name="Google Shape;859;p80"/>
          <p:cNvSpPr txBox="1"/>
          <p:nvPr>
            <p:ph idx="1" type="body"/>
          </p:nvPr>
        </p:nvSpPr>
        <p:spPr>
          <a:xfrm>
            <a:off x="720000" y="1456400"/>
            <a:ext cx="7704000" cy="29565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0" lang="en" sz="1800">
                <a:latin typeface="Times New Roman"/>
                <a:ea typeface="Times New Roman"/>
                <a:cs typeface="Times New Roman"/>
                <a:sym typeface="Times New Roman"/>
              </a:rPr>
              <a:t>No</a:t>
            </a:r>
            <a:r>
              <a:rPr b="0" lang="en" sz="1800">
                <a:solidFill>
                  <a:srgbClr val="FFFFFF"/>
                </a:solidFill>
                <a:latin typeface="Times New Roman"/>
                <a:ea typeface="Times New Roman"/>
                <a:cs typeface="Times New Roman"/>
                <a:sym typeface="Times New Roman"/>
              </a:rPr>
              <a:t>n-</a:t>
            </a:r>
            <a:r>
              <a:rPr b="0" lang="en" sz="1800">
                <a:solidFill>
                  <a:srgbClr val="FFFFFF"/>
                </a:solidFill>
                <a:latin typeface="Times New Roman"/>
                <a:ea typeface="Times New Roman"/>
                <a:cs typeface="Times New Roman"/>
                <a:sym typeface="Times New Roman"/>
              </a:rPr>
              <a:t>Functional Requirements:</a:t>
            </a:r>
            <a:endParaRPr b="0" sz="1800">
              <a:solidFill>
                <a:srgbClr val="FFFFFF"/>
              </a:solidFill>
              <a:latin typeface="Times New Roman"/>
              <a:ea typeface="Times New Roman"/>
              <a:cs typeface="Times New Roman"/>
              <a:sym typeface="Times New Roman"/>
            </a:endParaRPr>
          </a:p>
          <a:p>
            <a:pPr indent="-317500" lvl="0" marL="457200" rtl="0" algn="l">
              <a:lnSpc>
                <a:spcPct val="150000"/>
              </a:lnSpc>
              <a:spcBef>
                <a:spcPts val="0"/>
              </a:spcBef>
              <a:spcAft>
                <a:spcPts val="0"/>
              </a:spcAft>
              <a:buClr>
                <a:srgbClr val="FFFFFF"/>
              </a:buClr>
              <a:buSzPts val="1400"/>
              <a:buFont typeface="Times New Roman"/>
              <a:buChar char="●"/>
            </a:pPr>
            <a:r>
              <a:rPr b="0" lang="en" sz="1400">
                <a:solidFill>
                  <a:srgbClr val="FFFFFF"/>
                </a:solidFill>
                <a:latin typeface="Times New Roman"/>
                <a:ea typeface="Times New Roman"/>
                <a:cs typeface="Times New Roman"/>
                <a:sym typeface="Times New Roman"/>
              </a:rPr>
              <a:t>Scalability</a:t>
            </a:r>
            <a:endParaRPr b="0" sz="1400">
              <a:solidFill>
                <a:srgbClr val="FFFFFF"/>
              </a:solidFill>
              <a:latin typeface="Times New Roman"/>
              <a:ea typeface="Times New Roman"/>
              <a:cs typeface="Times New Roman"/>
              <a:sym typeface="Times New Roman"/>
            </a:endParaRPr>
          </a:p>
          <a:p>
            <a:pPr indent="-317500" lvl="0" marL="457200" rtl="0" algn="just">
              <a:lnSpc>
                <a:spcPct val="150000"/>
              </a:lnSpc>
              <a:spcBef>
                <a:spcPts val="0"/>
              </a:spcBef>
              <a:spcAft>
                <a:spcPts val="0"/>
              </a:spcAft>
              <a:buClr>
                <a:srgbClr val="FFFFFF"/>
              </a:buClr>
              <a:buSzPts val="1400"/>
              <a:buFont typeface="Times New Roman"/>
              <a:buChar char="●"/>
            </a:pPr>
            <a:r>
              <a:rPr b="0" lang="en" sz="1400">
                <a:solidFill>
                  <a:srgbClr val="FFFFFF"/>
                </a:solidFill>
                <a:latin typeface="Times New Roman"/>
                <a:ea typeface="Times New Roman"/>
                <a:cs typeface="Times New Roman"/>
                <a:sym typeface="Times New Roman"/>
              </a:rPr>
              <a:t> Reliability</a:t>
            </a:r>
            <a:endParaRPr b="0" sz="1400">
              <a:solidFill>
                <a:srgbClr val="FFFFFF"/>
              </a:solidFill>
              <a:latin typeface="Times New Roman"/>
              <a:ea typeface="Times New Roman"/>
              <a:cs typeface="Times New Roman"/>
              <a:sym typeface="Times New Roman"/>
            </a:endParaRPr>
          </a:p>
          <a:p>
            <a:pPr indent="-317500" lvl="0" marL="457200" rtl="0" algn="just">
              <a:lnSpc>
                <a:spcPct val="150000"/>
              </a:lnSpc>
              <a:spcBef>
                <a:spcPts val="0"/>
              </a:spcBef>
              <a:spcAft>
                <a:spcPts val="0"/>
              </a:spcAft>
              <a:buClr>
                <a:srgbClr val="FFFFFF"/>
              </a:buClr>
              <a:buSzPts val="1400"/>
              <a:buFont typeface="Times New Roman"/>
              <a:buChar char="●"/>
            </a:pPr>
            <a:r>
              <a:rPr b="0" lang="en" sz="1400">
                <a:solidFill>
                  <a:srgbClr val="FFFFFF"/>
                </a:solidFill>
                <a:latin typeface="Times New Roman"/>
                <a:ea typeface="Times New Roman"/>
                <a:cs typeface="Times New Roman"/>
                <a:sym typeface="Times New Roman"/>
              </a:rPr>
              <a:t>Data Security</a:t>
            </a:r>
            <a:endParaRPr b="0" sz="1400">
              <a:solidFill>
                <a:srgbClr val="FFFFFF"/>
              </a:solidFill>
              <a:latin typeface="Times New Roman"/>
              <a:ea typeface="Times New Roman"/>
              <a:cs typeface="Times New Roman"/>
              <a:sym typeface="Times New Roman"/>
            </a:endParaRPr>
          </a:p>
          <a:p>
            <a:pPr indent="-317500" lvl="0" marL="457200" rtl="0" algn="just">
              <a:lnSpc>
                <a:spcPct val="150000"/>
              </a:lnSpc>
              <a:spcBef>
                <a:spcPts val="0"/>
              </a:spcBef>
              <a:spcAft>
                <a:spcPts val="0"/>
              </a:spcAft>
              <a:buClr>
                <a:srgbClr val="FFFFFF"/>
              </a:buClr>
              <a:buSzPts val="1400"/>
              <a:buFont typeface="Times New Roman"/>
              <a:buChar char="●"/>
            </a:pPr>
            <a:r>
              <a:rPr b="0" lang="en" sz="1400">
                <a:solidFill>
                  <a:srgbClr val="FFFFFF"/>
                </a:solidFill>
                <a:latin typeface="Times New Roman"/>
                <a:ea typeface="Times New Roman"/>
                <a:cs typeface="Times New Roman"/>
                <a:sym typeface="Times New Roman"/>
              </a:rPr>
              <a:t>Accuracy</a:t>
            </a:r>
            <a:endParaRPr b="0" sz="1400">
              <a:solidFill>
                <a:srgbClr val="FFFFFF"/>
              </a:solidFill>
              <a:latin typeface="Times New Roman"/>
              <a:ea typeface="Times New Roman"/>
              <a:cs typeface="Times New Roman"/>
              <a:sym typeface="Times New Roman"/>
            </a:endParaRPr>
          </a:p>
          <a:p>
            <a:pPr indent="-317500" lvl="0" marL="457200" rtl="0" algn="just">
              <a:lnSpc>
                <a:spcPct val="150000"/>
              </a:lnSpc>
              <a:spcBef>
                <a:spcPts val="0"/>
              </a:spcBef>
              <a:spcAft>
                <a:spcPts val="0"/>
              </a:spcAft>
              <a:buClr>
                <a:srgbClr val="FFFFFF"/>
              </a:buClr>
              <a:buSzPts val="1400"/>
              <a:buFont typeface="Times New Roman"/>
              <a:buChar char="●"/>
            </a:pPr>
            <a:r>
              <a:rPr b="0" lang="en" sz="1400">
                <a:solidFill>
                  <a:srgbClr val="FFFFFF"/>
                </a:solidFill>
                <a:latin typeface="Times New Roman"/>
                <a:ea typeface="Times New Roman"/>
                <a:cs typeface="Times New Roman"/>
                <a:sym typeface="Times New Roman"/>
              </a:rPr>
              <a:t>Flexibility</a:t>
            </a:r>
            <a:endParaRPr b="0" sz="1400">
              <a:solidFill>
                <a:srgbClr val="FFFFFF"/>
              </a:solidFill>
              <a:latin typeface="Times New Roman"/>
              <a:ea typeface="Times New Roman"/>
              <a:cs typeface="Times New Roman"/>
              <a:sym typeface="Times New Roman"/>
            </a:endParaRPr>
          </a:p>
          <a:p>
            <a:pPr indent="-317500" lvl="0" marL="457200" rtl="0" algn="just">
              <a:lnSpc>
                <a:spcPct val="150000"/>
              </a:lnSpc>
              <a:spcBef>
                <a:spcPts val="0"/>
              </a:spcBef>
              <a:spcAft>
                <a:spcPts val="0"/>
              </a:spcAft>
              <a:buClr>
                <a:srgbClr val="FFFFFF"/>
              </a:buClr>
              <a:buSzPts val="1400"/>
              <a:buFont typeface="Times New Roman"/>
              <a:buChar char="●"/>
            </a:pPr>
            <a:r>
              <a:rPr b="0" lang="en" sz="1400">
                <a:solidFill>
                  <a:srgbClr val="FFFFFF"/>
                </a:solidFill>
                <a:latin typeface="Times New Roman"/>
                <a:ea typeface="Times New Roman"/>
                <a:cs typeface="Times New Roman"/>
                <a:sym typeface="Times New Roman"/>
              </a:rPr>
              <a:t>Power Efficiency</a:t>
            </a:r>
            <a:endParaRPr b="0" sz="1400">
              <a:solidFill>
                <a:srgbClr val="FFFFFF"/>
              </a:solidFill>
              <a:latin typeface="Times New Roman"/>
              <a:ea typeface="Times New Roman"/>
              <a:cs typeface="Times New Roman"/>
              <a:sym typeface="Times New Roman"/>
            </a:endParaRPr>
          </a:p>
          <a:p>
            <a:pPr indent="-317500" lvl="0" marL="457200" rtl="0" algn="just">
              <a:lnSpc>
                <a:spcPct val="150000"/>
              </a:lnSpc>
              <a:spcBef>
                <a:spcPts val="0"/>
              </a:spcBef>
              <a:spcAft>
                <a:spcPts val="0"/>
              </a:spcAft>
              <a:buClr>
                <a:srgbClr val="FFFFFF"/>
              </a:buClr>
              <a:buSzPts val="1400"/>
              <a:buFont typeface="Times New Roman"/>
              <a:buChar char="●"/>
            </a:pPr>
            <a:r>
              <a:rPr b="0" lang="en" sz="1400">
                <a:solidFill>
                  <a:srgbClr val="FFFFFF"/>
                </a:solidFill>
                <a:latin typeface="Times New Roman"/>
                <a:ea typeface="Times New Roman"/>
                <a:cs typeface="Times New Roman"/>
                <a:sym typeface="Times New Roman"/>
              </a:rPr>
              <a:t> Remote monitoring and management</a:t>
            </a:r>
            <a:endParaRPr b="0" sz="1400">
              <a:solidFill>
                <a:srgbClr val="FFFFFF"/>
              </a:solidFill>
              <a:latin typeface="Times New Roman"/>
              <a:ea typeface="Times New Roman"/>
              <a:cs typeface="Times New Roman"/>
              <a:sym typeface="Times New Roman"/>
            </a:endParaRPr>
          </a:p>
          <a:p>
            <a:pPr indent="-317500" lvl="0" marL="457200" rtl="0" algn="just">
              <a:lnSpc>
                <a:spcPct val="150000"/>
              </a:lnSpc>
              <a:spcBef>
                <a:spcPts val="0"/>
              </a:spcBef>
              <a:spcAft>
                <a:spcPts val="0"/>
              </a:spcAft>
              <a:buClr>
                <a:srgbClr val="FFFFFF"/>
              </a:buClr>
              <a:buSzPts val="1400"/>
              <a:buFont typeface="Times New Roman"/>
              <a:buChar char="●"/>
            </a:pPr>
            <a:r>
              <a:rPr b="0" lang="en" sz="1400">
                <a:solidFill>
                  <a:srgbClr val="FFFFFF"/>
                </a:solidFill>
                <a:latin typeface="Times New Roman"/>
                <a:ea typeface="Times New Roman"/>
                <a:cs typeface="Times New Roman"/>
                <a:sym typeface="Times New Roman"/>
              </a:rPr>
              <a:t>Interoperability</a:t>
            </a:r>
            <a:endParaRPr b="0" sz="1400">
              <a:solidFill>
                <a:srgbClr val="FFFFFF"/>
              </a:solidFill>
              <a:latin typeface="Times New Roman"/>
              <a:ea typeface="Times New Roman"/>
              <a:cs typeface="Times New Roman"/>
              <a:sym typeface="Times New Roman"/>
            </a:endParaRPr>
          </a:p>
          <a:p>
            <a:pPr indent="0" lvl="0" marL="457200" rtl="0" algn="l">
              <a:lnSpc>
                <a:spcPct val="150000"/>
              </a:lnSpc>
              <a:spcBef>
                <a:spcPts val="0"/>
              </a:spcBef>
              <a:spcAft>
                <a:spcPts val="0"/>
              </a:spcAft>
              <a:buNone/>
            </a:pPr>
            <a:r>
              <a:t/>
            </a:r>
            <a:endParaRPr b="0" sz="1400">
              <a:latin typeface="Times New Roman"/>
              <a:ea typeface="Times New Roman"/>
              <a:cs typeface="Times New Roman"/>
              <a:sym typeface="Times New Roman"/>
            </a:endParaRPr>
          </a:p>
          <a:p>
            <a:pPr indent="0" lvl="0" marL="0" rtl="0" algn="l">
              <a:lnSpc>
                <a:spcPct val="150000"/>
              </a:lnSpc>
              <a:spcBef>
                <a:spcPts val="0"/>
              </a:spcBef>
              <a:spcAft>
                <a:spcPts val="0"/>
              </a:spcAft>
              <a:buNone/>
            </a:pPr>
            <a:r>
              <a:t/>
            </a:r>
            <a:endParaRPr b="0" sz="1400">
              <a:latin typeface="Times New Roman"/>
              <a:ea typeface="Times New Roman"/>
              <a:cs typeface="Times New Roman"/>
              <a:sym typeface="Times New Roman"/>
            </a:endParaRPr>
          </a:p>
        </p:txBody>
      </p:sp>
      <p:grpSp>
        <p:nvGrpSpPr>
          <p:cNvPr id="860" name="Google Shape;860;p80"/>
          <p:cNvGrpSpPr/>
          <p:nvPr/>
        </p:nvGrpSpPr>
        <p:grpSpPr>
          <a:xfrm rot="10800000">
            <a:off x="206982" y="423196"/>
            <a:ext cx="288601" cy="1096693"/>
            <a:chOff x="1006700" y="2603975"/>
            <a:chExt cx="55450" cy="210700"/>
          </a:xfrm>
        </p:grpSpPr>
        <p:sp>
          <p:nvSpPr>
            <p:cNvPr id="861" name="Google Shape;861;p80"/>
            <p:cNvSpPr/>
            <p:nvPr/>
          </p:nvSpPr>
          <p:spPr>
            <a:xfrm>
              <a:off x="1006700" y="262997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80"/>
            <p:cNvSpPr/>
            <p:nvPr/>
          </p:nvSpPr>
          <p:spPr>
            <a:xfrm>
              <a:off x="1032700" y="260397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80"/>
            <p:cNvSpPr/>
            <p:nvPr/>
          </p:nvSpPr>
          <p:spPr>
            <a:xfrm>
              <a:off x="1006700" y="2707200"/>
              <a:ext cx="55450" cy="3850"/>
            </a:xfrm>
            <a:custGeom>
              <a:rect b="b" l="l" r="r" t="t"/>
              <a:pathLst>
                <a:path extrusionOk="0" h="154" w="2218">
                  <a:moveTo>
                    <a:pt x="0" y="1"/>
                  </a:moveTo>
                  <a:lnTo>
                    <a:pt x="0" y="154"/>
                  </a:lnTo>
                  <a:lnTo>
                    <a:pt x="2218" y="154"/>
                  </a:lnTo>
                  <a:lnTo>
                    <a:pt x="221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80"/>
            <p:cNvSpPr/>
            <p:nvPr/>
          </p:nvSpPr>
          <p:spPr>
            <a:xfrm>
              <a:off x="1032700" y="2681600"/>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80"/>
            <p:cNvSpPr/>
            <p:nvPr/>
          </p:nvSpPr>
          <p:spPr>
            <a:xfrm>
              <a:off x="1006700" y="278522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80"/>
            <p:cNvSpPr/>
            <p:nvPr/>
          </p:nvSpPr>
          <p:spPr>
            <a:xfrm>
              <a:off x="1032700" y="275922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7" name="Google Shape;867;p80"/>
          <p:cNvGrpSpPr/>
          <p:nvPr/>
        </p:nvGrpSpPr>
        <p:grpSpPr>
          <a:xfrm>
            <a:off x="7882402" y="3927185"/>
            <a:ext cx="1096749" cy="1020364"/>
            <a:chOff x="827350" y="3629733"/>
            <a:chExt cx="1431600" cy="1332067"/>
          </a:xfrm>
        </p:grpSpPr>
        <p:sp>
          <p:nvSpPr>
            <p:cNvPr id="868" name="Google Shape;868;p80"/>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80"/>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80"/>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1" name="Google Shape;871;p80"/>
          <p:cNvGrpSpPr/>
          <p:nvPr/>
        </p:nvGrpSpPr>
        <p:grpSpPr>
          <a:xfrm>
            <a:off x="7771279" y="3271162"/>
            <a:ext cx="510366" cy="474882"/>
            <a:chOff x="827350" y="3629733"/>
            <a:chExt cx="1431600" cy="1332067"/>
          </a:xfrm>
        </p:grpSpPr>
        <p:sp>
          <p:nvSpPr>
            <p:cNvPr id="872" name="Google Shape;872;p80"/>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80"/>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80"/>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5" name="Google Shape;875;p80"/>
          <p:cNvGrpSpPr/>
          <p:nvPr/>
        </p:nvGrpSpPr>
        <p:grpSpPr>
          <a:xfrm>
            <a:off x="7247377" y="4412793"/>
            <a:ext cx="401134" cy="373245"/>
            <a:chOff x="827350" y="3629733"/>
            <a:chExt cx="1431600" cy="1332067"/>
          </a:xfrm>
        </p:grpSpPr>
        <p:sp>
          <p:nvSpPr>
            <p:cNvPr id="876" name="Google Shape;876;p80"/>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80"/>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80"/>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81"/>
          <p:cNvSpPr/>
          <p:nvPr/>
        </p:nvSpPr>
        <p:spPr>
          <a:xfrm>
            <a:off x="713225" y="510300"/>
            <a:ext cx="7704000" cy="632100"/>
          </a:xfrm>
          <a:prstGeom prst="snip2DiagRect">
            <a:avLst>
              <a:gd fmla="val 0" name="adj1"/>
              <a:gd fmla="val 22148" name="adj2"/>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81"/>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HARDWARE REQUIREMENTS</a:t>
            </a:r>
            <a:endParaRPr/>
          </a:p>
        </p:txBody>
      </p:sp>
      <p:sp>
        <p:nvSpPr>
          <p:cNvPr id="885" name="Google Shape;885;p81"/>
          <p:cNvSpPr txBox="1"/>
          <p:nvPr>
            <p:ph idx="1" type="body"/>
          </p:nvPr>
        </p:nvSpPr>
        <p:spPr>
          <a:xfrm>
            <a:off x="720000" y="1456400"/>
            <a:ext cx="7704000" cy="2594700"/>
          </a:xfrm>
          <a:prstGeom prst="rect">
            <a:avLst/>
          </a:prstGeom>
        </p:spPr>
        <p:txBody>
          <a:bodyPr anchorCtr="0" anchor="t" bIns="91425" lIns="91425" spcFirstLastPara="1" rIns="91425" wrap="square" tIns="91425">
            <a:noAutofit/>
          </a:bodyPr>
          <a:lstStyle/>
          <a:p>
            <a:pPr indent="-330200" lvl="0" marL="457200" rtl="0" algn="l">
              <a:lnSpc>
                <a:spcPct val="200000"/>
              </a:lnSpc>
              <a:spcBef>
                <a:spcPts val="0"/>
              </a:spcBef>
              <a:spcAft>
                <a:spcPts val="0"/>
              </a:spcAft>
              <a:buSzPts val="1600"/>
              <a:buFont typeface="Times New Roman"/>
              <a:buChar char="●"/>
            </a:pPr>
            <a:r>
              <a:rPr b="0" lang="en" sz="1600">
                <a:latin typeface="Times New Roman"/>
                <a:ea typeface="Times New Roman"/>
                <a:cs typeface="Times New Roman"/>
                <a:sym typeface="Times New Roman"/>
              </a:rPr>
              <a:t>PROCESSOR i3</a:t>
            </a:r>
            <a:endParaRPr b="0" sz="1600">
              <a:latin typeface="Times New Roman"/>
              <a:ea typeface="Times New Roman"/>
              <a:cs typeface="Times New Roman"/>
              <a:sym typeface="Times New Roman"/>
            </a:endParaRPr>
          </a:p>
          <a:p>
            <a:pPr indent="-330200" lvl="0" marL="457200" rtl="0" algn="l">
              <a:lnSpc>
                <a:spcPct val="200000"/>
              </a:lnSpc>
              <a:spcBef>
                <a:spcPts val="0"/>
              </a:spcBef>
              <a:spcAft>
                <a:spcPts val="0"/>
              </a:spcAft>
              <a:buSzPts val="1600"/>
              <a:buFont typeface="Times New Roman"/>
              <a:buChar char="●"/>
            </a:pPr>
            <a:r>
              <a:rPr b="0" lang="en" sz="1600">
                <a:latin typeface="Times New Roman"/>
                <a:ea typeface="Times New Roman"/>
                <a:cs typeface="Times New Roman"/>
                <a:sym typeface="Times New Roman"/>
              </a:rPr>
              <a:t>RAM 2GB</a:t>
            </a:r>
            <a:endParaRPr b="0" sz="1600">
              <a:latin typeface="Times New Roman"/>
              <a:ea typeface="Times New Roman"/>
              <a:cs typeface="Times New Roman"/>
              <a:sym typeface="Times New Roman"/>
            </a:endParaRPr>
          </a:p>
          <a:p>
            <a:pPr indent="-330200" lvl="0" marL="457200" rtl="0" algn="l">
              <a:lnSpc>
                <a:spcPct val="200000"/>
              </a:lnSpc>
              <a:spcBef>
                <a:spcPts val="0"/>
              </a:spcBef>
              <a:spcAft>
                <a:spcPts val="0"/>
              </a:spcAft>
              <a:buSzPts val="1600"/>
              <a:buFont typeface="Times New Roman"/>
              <a:buChar char="●"/>
            </a:pPr>
            <a:r>
              <a:rPr b="0" lang="en" sz="1600">
                <a:latin typeface="Times New Roman"/>
                <a:ea typeface="Times New Roman"/>
                <a:cs typeface="Times New Roman"/>
                <a:sym typeface="Times New Roman"/>
              </a:rPr>
              <a:t>HDD 50GB</a:t>
            </a:r>
            <a:endParaRPr b="0" sz="1600">
              <a:latin typeface="Times New Roman"/>
              <a:ea typeface="Times New Roman"/>
              <a:cs typeface="Times New Roman"/>
              <a:sym typeface="Times New Roman"/>
            </a:endParaRPr>
          </a:p>
          <a:p>
            <a:pPr indent="-330200" lvl="0" marL="457200" rtl="0" algn="l">
              <a:lnSpc>
                <a:spcPct val="200000"/>
              </a:lnSpc>
              <a:spcBef>
                <a:spcPts val="0"/>
              </a:spcBef>
              <a:spcAft>
                <a:spcPts val="0"/>
              </a:spcAft>
              <a:buSzPts val="1600"/>
              <a:buFont typeface="Times New Roman"/>
              <a:buChar char="●"/>
            </a:pPr>
            <a:r>
              <a:rPr b="0" lang="en" sz="1600">
                <a:latin typeface="Times New Roman"/>
                <a:ea typeface="Times New Roman"/>
                <a:cs typeface="Times New Roman"/>
                <a:sym typeface="Times New Roman"/>
              </a:rPr>
              <a:t>CCTV</a:t>
            </a:r>
            <a:endParaRPr b="0" sz="1600">
              <a:latin typeface="Times New Roman"/>
              <a:ea typeface="Times New Roman"/>
              <a:cs typeface="Times New Roman"/>
              <a:sym typeface="Times New Roman"/>
            </a:endParaRPr>
          </a:p>
          <a:p>
            <a:pPr indent="0" lvl="0" marL="457200" rtl="0" algn="l">
              <a:spcBef>
                <a:spcPts val="0"/>
              </a:spcBef>
              <a:spcAft>
                <a:spcPts val="0"/>
              </a:spcAft>
              <a:buNone/>
            </a:pPr>
            <a:r>
              <a:t/>
            </a:r>
            <a:endParaRPr b="0" sz="1600">
              <a:latin typeface="Times New Roman"/>
              <a:ea typeface="Times New Roman"/>
              <a:cs typeface="Times New Roman"/>
              <a:sym typeface="Times New Roman"/>
            </a:endParaRPr>
          </a:p>
        </p:txBody>
      </p:sp>
      <p:grpSp>
        <p:nvGrpSpPr>
          <p:cNvPr id="886" name="Google Shape;886;p81"/>
          <p:cNvGrpSpPr/>
          <p:nvPr/>
        </p:nvGrpSpPr>
        <p:grpSpPr>
          <a:xfrm rot="10800000">
            <a:off x="206982" y="423196"/>
            <a:ext cx="288601" cy="1096693"/>
            <a:chOff x="1006700" y="2603975"/>
            <a:chExt cx="55450" cy="210700"/>
          </a:xfrm>
        </p:grpSpPr>
        <p:sp>
          <p:nvSpPr>
            <p:cNvPr id="887" name="Google Shape;887;p81"/>
            <p:cNvSpPr/>
            <p:nvPr/>
          </p:nvSpPr>
          <p:spPr>
            <a:xfrm>
              <a:off x="1006700" y="262997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81"/>
            <p:cNvSpPr/>
            <p:nvPr/>
          </p:nvSpPr>
          <p:spPr>
            <a:xfrm>
              <a:off x="1032700" y="260397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81"/>
            <p:cNvSpPr/>
            <p:nvPr/>
          </p:nvSpPr>
          <p:spPr>
            <a:xfrm>
              <a:off x="1006700" y="2707200"/>
              <a:ext cx="55450" cy="3850"/>
            </a:xfrm>
            <a:custGeom>
              <a:rect b="b" l="l" r="r" t="t"/>
              <a:pathLst>
                <a:path extrusionOk="0" h="154" w="2218">
                  <a:moveTo>
                    <a:pt x="0" y="1"/>
                  </a:moveTo>
                  <a:lnTo>
                    <a:pt x="0" y="154"/>
                  </a:lnTo>
                  <a:lnTo>
                    <a:pt x="2218" y="154"/>
                  </a:lnTo>
                  <a:lnTo>
                    <a:pt x="221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81"/>
            <p:cNvSpPr/>
            <p:nvPr/>
          </p:nvSpPr>
          <p:spPr>
            <a:xfrm>
              <a:off x="1032700" y="2681600"/>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81"/>
            <p:cNvSpPr/>
            <p:nvPr/>
          </p:nvSpPr>
          <p:spPr>
            <a:xfrm>
              <a:off x="1006700" y="278522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81"/>
            <p:cNvSpPr/>
            <p:nvPr/>
          </p:nvSpPr>
          <p:spPr>
            <a:xfrm>
              <a:off x="1032700" y="275922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3" name="Google Shape;893;p81"/>
          <p:cNvGrpSpPr/>
          <p:nvPr/>
        </p:nvGrpSpPr>
        <p:grpSpPr>
          <a:xfrm>
            <a:off x="7882402" y="3927185"/>
            <a:ext cx="1096749" cy="1020364"/>
            <a:chOff x="827350" y="3629733"/>
            <a:chExt cx="1431600" cy="1332067"/>
          </a:xfrm>
        </p:grpSpPr>
        <p:sp>
          <p:nvSpPr>
            <p:cNvPr id="894" name="Google Shape;894;p81"/>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81"/>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81"/>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7" name="Google Shape;897;p81"/>
          <p:cNvGrpSpPr/>
          <p:nvPr/>
        </p:nvGrpSpPr>
        <p:grpSpPr>
          <a:xfrm>
            <a:off x="7771279" y="3271162"/>
            <a:ext cx="510366" cy="474882"/>
            <a:chOff x="827350" y="3629733"/>
            <a:chExt cx="1431600" cy="1332067"/>
          </a:xfrm>
        </p:grpSpPr>
        <p:sp>
          <p:nvSpPr>
            <p:cNvPr id="898" name="Google Shape;898;p81"/>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81"/>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81"/>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1" name="Google Shape;901;p81"/>
          <p:cNvGrpSpPr/>
          <p:nvPr/>
        </p:nvGrpSpPr>
        <p:grpSpPr>
          <a:xfrm>
            <a:off x="7247377" y="4412793"/>
            <a:ext cx="401134" cy="373245"/>
            <a:chOff x="827350" y="3629733"/>
            <a:chExt cx="1431600" cy="1332067"/>
          </a:xfrm>
        </p:grpSpPr>
        <p:sp>
          <p:nvSpPr>
            <p:cNvPr id="902" name="Google Shape;902;p81"/>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81"/>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81"/>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p82"/>
          <p:cNvSpPr/>
          <p:nvPr/>
        </p:nvSpPr>
        <p:spPr>
          <a:xfrm>
            <a:off x="713225" y="510300"/>
            <a:ext cx="7704000" cy="632100"/>
          </a:xfrm>
          <a:prstGeom prst="snip2DiagRect">
            <a:avLst>
              <a:gd fmla="val 0" name="adj1"/>
              <a:gd fmla="val 22148" name="adj2"/>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82"/>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SOFTWARE REQUIREMENTS</a:t>
            </a:r>
            <a:endParaRPr/>
          </a:p>
        </p:txBody>
      </p:sp>
      <p:sp>
        <p:nvSpPr>
          <p:cNvPr id="911" name="Google Shape;911;p82"/>
          <p:cNvSpPr txBox="1"/>
          <p:nvPr>
            <p:ph idx="1" type="body"/>
          </p:nvPr>
        </p:nvSpPr>
        <p:spPr>
          <a:xfrm>
            <a:off x="720000" y="1456400"/>
            <a:ext cx="7704000" cy="25947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Font typeface="Times New Roman"/>
              <a:buChar char="●"/>
            </a:pPr>
            <a:r>
              <a:rPr b="0" lang="en" sz="1600">
                <a:latin typeface="Times New Roman"/>
                <a:ea typeface="Times New Roman"/>
                <a:cs typeface="Times New Roman"/>
                <a:sym typeface="Times New Roman"/>
              </a:rPr>
              <a:t>opencv-python 3.4.2: </a:t>
            </a:r>
            <a:endParaRPr b="0" sz="1600">
              <a:latin typeface="Times New Roman"/>
              <a:ea typeface="Times New Roman"/>
              <a:cs typeface="Times New Roman"/>
              <a:sym typeface="Times New Roman"/>
            </a:endParaRPr>
          </a:p>
          <a:p>
            <a:pPr indent="0" lvl="0" marL="457200" rtl="0" algn="l">
              <a:spcBef>
                <a:spcPts val="0"/>
              </a:spcBef>
              <a:spcAft>
                <a:spcPts val="0"/>
              </a:spcAft>
              <a:buNone/>
            </a:pPr>
            <a:r>
              <a:t/>
            </a:r>
            <a:endParaRPr b="0"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b="0" lang="en" sz="1600">
                <a:latin typeface="Times New Roman"/>
                <a:ea typeface="Times New Roman"/>
                <a:cs typeface="Times New Roman"/>
                <a:sym typeface="Times New Roman"/>
              </a:rPr>
              <a:t>numpy 1.17.2: </a:t>
            </a:r>
            <a:endParaRPr b="0" sz="1600">
              <a:latin typeface="Times New Roman"/>
              <a:ea typeface="Times New Roman"/>
              <a:cs typeface="Times New Roman"/>
              <a:sym typeface="Times New Roman"/>
            </a:endParaRPr>
          </a:p>
          <a:p>
            <a:pPr indent="0" lvl="0" marL="457200" rtl="0" algn="l">
              <a:spcBef>
                <a:spcPts val="0"/>
              </a:spcBef>
              <a:spcAft>
                <a:spcPts val="0"/>
              </a:spcAft>
              <a:buNone/>
            </a:pPr>
            <a:r>
              <a:t/>
            </a:r>
            <a:endParaRPr b="0"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b="0" lang="en" sz="1600">
                <a:latin typeface="Times New Roman"/>
                <a:ea typeface="Times New Roman"/>
                <a:cs typeface="Times New Roman"/>
                <a:sym typeface="Times New Roman"/>
              </a:rPr>
              <a:t>skimage 0.16.2: </a:t>
            </a:r>
            <a:endParaRPr b="0" sz="1600">
              <a:latin typeface="Times New Roman"/>
              <a:ea typeface="Times New Roman"/>
              <a:cs typeface="Times New Roman"/>
              <a:sym typeface="Times New Roman"/>
            </a:endParaRPr>
          </a:p>
          <a:p>
            <a:pPr indent="0" lvl="0" marL="457200" rtl="0" algn="l">
              <a:spcBef>
                <a:spcPts val="0"/>
              </a:spcBef>
              <a:spcAft>
                <a:spcPts val="0"/>
              </a:spcAft>
              <a:buNone/>
            </a:pPr>
            <a:r>
              <a:t/>
            </a:r>
            <a:endParaRPr b="0"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b="0" lang="en" sz="1600">
                <a:latin typeface="Times New Roman"/>
                <a:ea typeface="Times New Roman"/>
                <a:cs typeface="Times New Roman"/>
                <a:sym typeface="Times New Roman"/>
              </a:rPr>
              <a:t>ten</a:t>
            </a:r>
            <a:r>
              <a:rPr b="0" lang="en" sz="1600">
                <a:latin typeface="Times New Roman"/>
                <a:ea typeface="Times New Roman"/>
                <a:cs typeface="Times New Roman"/>
                <a:sym typeface="Times New Roman"/>
              </a:rPr>
              <a:t>s</a:t>
            </a:r>
            <a:r>
              <a:rPr b="0" lang="en" sz="1600">
                <a:latin typeface="Times New Roman"/>
                <a:ea typeface="Times New Roman"/>
                <a:cs typeface="Times New Roman"/>
                <a:sym typeface="Times New Roman"/>
              </a:rPr>
              <a:t>orflow 1.15.0: </a:t>
            </a:r>
            <a:endParaRPr b="0" sz="1600">
              <a:latin typeface="Times New Roman"/>
              <a:ea typeface="Times New Roman"/>
              <a:cs typeface="Times New Roman"/>
              <a:sym typeface="Times New Roman"/>
            </a:endParaRPr>
          </a:p>
          <a:p>
            <a:pPr indent="0" lvl="0" marL="457200" rtl="0" algn="l">
              <a:spcBef>
                <a:spcPts val="0"/>
              </a:spcBef>
              <a:spcAft>
                <a:spcPts val="0"/>
              </a:spcAft>
              <a:buNone/>
            </a:pPr>
            <a:r>
              <a:t/>
            </a:r>
            <a:endParaRPr b="0"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b="0" lang="en" sz="1600">
                <a:latin typeface="Times New Roman"/>
                <a:ea typeface="Times New Roman"/>
                <a:cs typeface="Times New Roman"/>
                <a:sym typeface="Times New Roman"/>
              </a:rPr>
              <a:t>imutils 0.5.3: </a:t>
            </a:r>
            <a:endParaRPr b="0" sz="1600">
              <a:latin typeface="Times New Roman"/>
              <a:ea typeface="Times New Roman"/>
              <a:cs typeface="Times New Roman"/>
              <a:sym typeface="Times New Roman"/>
            </a:endParaRPr>
          </a:p>
        </p:txBody>
      </p:sp>
      <p:grpSp>
        <p:nvGrpSpPr>
          <p:cNvPr id="912" name="Google Shape;912;p82"/>
          <p:cNvGrpSpPr/>
          <p:nvPr/>
        </p:nvGrpSpPr>
        <p:grpSpPr>
          <a:xfrm rot="10800000">
            <a:off x="206982" y="423196"/>
            <a:ext cx="288601" cy="1096693"/>
            <a:chOff x="1006700" y="2603975"/>
            <a:chExt cx="55450" cy="210700"/>
          </a:xfrm>
        </p:grpSpPr>
        <p:sp>
          <p:nvSpPr>
            <p:cNvPr id="913" name="Google Shape;913;p82"/>
            <p:cNvSpPr/>
            <p:nvPr/>
          </p:nvSpPr>
          <p:spPr>
            <a:xfrm>
              <a:off x="1006700" y="262997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82"/>
            <p:cNvSpPr/>
            <p:nvPr/>
          </p:nvSpPr>
          <p:spPr>
            <a:xfrm>
              <a:off x="1032700" y="260397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82"/>
            <p:cNvSpPr/>
            <p:nvPr/>
          </p:nvSpPr>
          <p:spPr>
            <a:xfrm>
              <a:off x="1006700" y="2707200"/>
              <a:ext cx="55450" cy="3850"/>
            </a:xfrm>
            <a:custGeom>
              <a:rect b="b" l="l" r="r" t="t"/>
              <a:pathLst>
                <a:path extrusionOk="0" h="154" w="2218">
                  <a:moveTo>
                    <a:pt x="0" y="1"/>
                  </a:moveTo>
                  <a:lnTo>
                    <a:pt x="0" y="154"/>
                  </a:lnTo>
                  <a:lnTo>
                    <a:pt x="2218" y="154"/>
                  </a:lnTo>
                  <a:lnTo>
                    <a:pt x="221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82"/>
            <p:cNvSpPr/>
            <p:nvPr/>
          </p:nvSpPr>
          <p:spPr>
            <a:xfrm>
              <a:off x="1032700" y="2681600"/>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82"/>
            <p:cNvSpPr/>
            <p:nvPr/>
          </p:nvSpPr>
          <p:spPr>
            <a:xfrm>
              <a:off x="1006700" y="278522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82"/>
            <p:cNvSpPr/>
            <p:nvPr/>
          </p:nvSpPr>
          <p:spPr>
            <a:xfrm>
              <a:off x="1032700" y="275922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9" name="Google Shape;919;p82"/>
          <p:cNvGrpSpPr/>
          <p:nvPr/>
        </p:nvGrpSpPr>
        <p:grpSpPr>
          <a:xfrm>
            <a:off x="7882402" y="3927185"/>
            <a:ext cx="1096749" cy="1020364"/>
            <a:chOff x="827350" y="3629733"/>
            <a:chExt cx="1431600" cy="1332067"/>
          </a:xfrm>
        </p:grpSpPr>
        <p:sp>
          <p:nvSpPr>
            <p:cNvPr id="920" name="Google Shape;920;p82"/>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82"/>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82"/>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3" name="Google Shape;923;p82"/>
          <p:cNvGrpSpPr/>
          <p:nvPr/>
        </p:nvGrpSpPr>
        <p:grpSpPr>
          <a:xfrm>
            <a:off x="7771279" y="3271162"/>
            <a:ext cx="510366" cy="474882"/>
            <a:chOff x="827350" y="3629733"/>
            <a:chExt cx="1431600" cy="1332067"/>
          </a:xfrm>
        </p:grpSpPr>
        <p:sp>
          <p:nvSpPr>
            <p:cNvPr id="924" name="Google Shape;924;p82"/>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82"/>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82"/>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7" name="Google Shape;927;p82"/>
          <p:cNvGrpSpPr/>
          <p:nvPr/>
        </p:nvGrpSpPr>
        <p:grpSpPr>
          <a:xfrm>
            <a:off x="7247377" y="4412793"/>
            <a:ext cx="401134" cy="373245"/>
            <a:chOff x="827350" y="3629733"/>
            <a:chExt cx="1431600" cy="1332067"/>
          </a:xfrm>
        </p:grpSpPr>
        <p:sp>
          <p:nvSpPr>
            <p:cNvPr id="928" name="Google Shape;928;p82"/>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82"/>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82"/>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83"/>
          <p:cNvSpPr/>
          <p:nvPr/>
        </p:nvSpPr>
        <p:spPr>
          <a:xfrm>
            <a:off x="713225" y="510300"/>
            <a:ext cx="7704000" cy="632100"/>
          </a:xfrm>
          <a:prstGeom prst="snip2DiagRect">
            <a:avLst>
              <a:gd fmla="val 0" name="adj1"/>
              <a:gd fmla="val 22148" name="adj2"/>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83"/>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SYSTEM ARCHITECTURE</a:t>
            </a:r>
            <a:endParaRPr/>
          </a:p>
        </p:txBody>
      </p:sp>
      <p:grpSp>
        <p:nvGrpSpPr>
          <p:cNvPr id="937" name="Google Shape;937;p83"/>
          <p:cNvGrpSpPr/>
          <p:nvPr/>
        </p:nvGrpSpPr>
        <p:grpSpPr>
          <a:xfrm rot="10800000">
            <a:off x="206982" y="423196"/>
            <a:ext cx="288601" cy="1096693"/>
            <a:chOff x="1006700" y="2603975"/>
            <a:chExt cx="55450" cy="210700"/>
          </a:xfrm>
        </p:grpSpPr>
        <p:sp>
          <p:nvSpPr>
            <p:cNvPr id="938" name="Google Shape;938;p83"/>
            <p:cNvSpPr/>
            <p:nvPr/>
          </p:nvSpPr>
          <p:spPr>
            <a:xfrm>
              <a:off x="1006700" y="262997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83"/>
            <p:cNvSpPr/>
            <p:nvPr/>
          </p:nvSpPr>
          <p:spPr>
            <a:xfrm>
              <a:off x="1032700" y="260397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83"/>
            <p:cNvSpPr/>
            <p:nvPr/>
          </p:nvSpPr>
          <p:spPr>
            <a:xfrm>
              <a:off x="1006700" y="2707200"/>
              <a:ext cx="55450" cy="3850"/>
            </a:xfrm>
            <a:custGeom>
              <a:rect b="b" l="l" r="r" t="t"/>
              <a:pathLst>
                <a:path extrusionOk="0" h="154" w="2218">
                  <a:moveTo>
                    <a:pt x="0" y="1"/>
                  </a:moveTo>
                  <a:lnTo>
                    <a:pt x="0" y="154"/>
                  </a:lnTo>
                  <a:lnTo>
                    <a:pt x="2218" y="154"/>
                  </a:lnTo>
                  <a:lnTo>
                    <a:pt x="221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83"/>
            <p:cNvSpPr/>
            <p:nvPr/>
          </p:nvSpPr>
          <p:spPr>
            <a:xfrm>
              <a:off x="1032700" y="2681600"/>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83"/>
            <p:cNvSpPr/>
            <p:nvPr/>
          </p:nvSpPr>
          <p:spPr>
            <a:xfrm>
              <a:off x="1006700" y="278522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83"/>
            <p:cNvSpPr/>
            <p:nvPr/>
          </p:nvSpPr>
          <p:spPr>
            <a:xfrm>
              <a:off x="1032700" y="275922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4" name="Google Shape;944;p83"/>
          <p:cNvGrpSpPr/>
          <p:nvPr/>
        </p:nvGrpSpPr>
        <p:grpSpPr>
          <a:xfrm>
            <a:off x="7882402" y="3927185"/>
            <a:ext cx="1096749" cy="1020364"/>
            <a:chOff x="827350" y="3629733"/>
            <a:chExt cx="1431600" cy="1332067"/>
          </a:xfrm>
        </p:grpSpPr>
        <p:sp>
          <p:nvSpPr>
            <p:cNvPr id="945" name="Google Shape;945;p83"/>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83"/>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83"/>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8" name="Google Shape;948;p83"/>
          <p:cNvGrpSpPr/>
          <p:nvPr/>
        </p:nvGrpSpPr>
        <p:grpSpPr>
          <a:xfrm>
            <a:off x="7771279" y="3271162"/>
            <a:ext cx="510366" cy="474882"/>
            <a:chOff x="827350" y="3629733"/>
            <a:chExt cx="1431600" cy="1332067"/>
          </a:xfrm>
        </p:grpSpPr>
        <p:sp>
          <p:nvSpPr>
            <p:cNvPr id="949" name="Google Shape;949;p83"/>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83"/>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83"/>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2" name="Google Shape;952;p83"/>
          <p:cNvGrpSpPr/>
          <p:nvPr/>
        </p:nvGrpSpPr>
        <p:grpSpPr>
          <a:xfrm>
            <a:off x="7247377" y="4412793"/>
            <a:ext cx="401134" cy="373245"/>
            <a:chOff x="827350" y="3629733"/>
            <a:chExt cx="1431600" cy="1332067"/>
          </a:xfrm>
        </p:grpSpPr>
        <p:sp>
          <p:nvSpPr>
            <p:cNvPr id="953" name="Google Shape;953;p83"/>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83"/>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83"/>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56" name="Google Shape;956;p83"/>
          <p:cNvPicPr preferRelativeResize="0"/>
          <p:nvPr/>
        </p:nvPicPr>
        <p:blipFill>
          <a:blip r:embed="rId3">
            <a:alphaModFix/>
          </a:blip>
          <a:stretch>
            <a:fillRect/>
          </a:stretch>
        </p:blipFill>
        <p:spPr>
          <a:xfrm>
            <a:off x="1593425" y="2041075"/>
            <a:ext cx="5943600" cy="17049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84"/>
          <p:cNvSpPr/>
          <p:nvPr/>
        </p:nvSpPr>
        <p:spPr>
          <a:xfrm>
            <a:off x="713225" y="510300"/>
            <a:ext cx="7704000" cy="632100"/>
          </a:xfrm>
          <a:prstGeom prst="snip2DiagRect">
            <a:avLst>
              <a:gd fmla="val 0" name="adj1"/>
              <a:gd fmla="val 22148" name="adj2"/>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84"/>
          <p:cNvSpPr txBox="1"/>
          <p:nvPr>
            <p:ph type="title"/>
          </p:nvPr>
        </p:nvSpPr>
        <p:spPr>
          <a:xfrm>
            <a:off x="757125" y="540000"/>
            <a:ext cx="77058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MODULE DESIGN</a:t>
            </a:r>
            <a:endParaRPr/>
          </a:p>
        </p:txBody>
      </p:sp>
      <p:grpSp>
        <p:nvGrpSpPr>
          <p:cNvPr id="963" name="Google Shape;963;p84"/>
          <p:cNvGrpSpPr/>
          <p:nvPr/>
        </p:nvGrpSpPr>
        <p:grpSpPr>
          <a:xfrm rot="10800000">
            <a:off x="206982" y="423196"/>
            <a:ext cx="288601" cy="1096693"/>
            <a:chOff x="1006700" y="2603975"/>
            <a:chExt cx="55450" cy="210700"/>
          </a:xfrm>
        </p:grpSpPr>
        <p:sp>
          <p:nvSpPr>
            <p:cNvPr id="964" name="Google Shape;964;p84"/>
            <p:cNvSpPr/>
            <p:nvPr/>
          </p:nvSpPr>
          <p:spPr>
            <a:xfrm>
              <a:off x="1006700" y="262997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84"/>
            <p:cNvSpPr/>
            <p:nvPr/>
          </p:nvSpPr>
          <p:spPr>
            <a:xfrm>
              <a:off x="1032700" y="260397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84"/>
            <p:cNvSpPr/>
            <p:nvPr/>
          </p:nvSpPr>
          <p:spPr>
            <a:xfrm>
              <a:off x="1006700" y="2707200"/>
              <a:ext cx="55450" cy="3850"/>
            </a:xfrm>
            <a:custGeom>
              <a:rect b="b" l="l" r="r" t="t"/>
              <a:pathLst>
                <a:path extrusionOk="0" h="154" w="2218">
                  <a:moveTo>
                    <a:pt x="0" y="1"/>
                  </a:moveTo>
                  <a:lnTo>
                    <a:pt x="0" y="154"/>
                  </a:lnTo>
                  <a:lnTo>
                    <a:pt x="2218" y="154"/>
                  </a:lnTo>
                  <a:lnTo>
                    <a:pt x="221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84"/>
            <p:cNvSpPr/>
            <p:nvPr/>
          </p:nvSpPr>
          <p:spPr>
            <a:xfrm>
              <a:off x="1032700" y="2681600"/>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84"/>
            <p:cNvSpPr/>
            <p:nvPr/>
          </p:nvSpPr>
          <p:spPr>
            <a:xfrm>
              <a:off x="1006700" y="278522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84"/>
            <p:cNvSpPr/>
            <p:nvPr/>
          </p:nvSpPr>
          <p:spPr>
            <a:xfrm>
              <a:off x="1032700" y="275922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0" name="Google Shape;970;p84"/>
          <p:cNvGrpSpPr/>
          <p:nvPr/>
        </p:nvGrpSpPr>
        <p:grpSpPr>
          <a:xfrm>
            <a:off x="7882402" y="3927185"/>
            <a:ext cx="1096749" cy="1020364"/>
            <a:chOff x="827350" y="3629733"/>
            <a:chExt cx="1431600" cy="1332067"/>
          </a:xfrm>
        </p:grpSpPr>
        <p:sp>
          <p:nvSpPr>
            <p:cNvPr id="971" name="Google Shape;971;p84"/>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84"/>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84"/>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4" name="Google Shape;974;p84"/>
          <p:cNvGrpSpPr/>
          <p:nvPr/>
        </p:nvGrpSpPr>
        <p:grpSpPr>
          <a:xfrm>
            <a:off x="7771279" y="3271162"/>
            <a:ext cx="510366" cy="474882"/>
            <a:chOff x="827350" y="3629733"/>
            <a:chExt cx="1431600" cy="1332067"/>
          </a:xfrm>
        </p:grpSpPr>
        <p:sp>
          <p:nvSpPr>
            <p:cNvPr id="975" name="Google Shape;975;p84"/>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84"/>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84"/>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8" name="Google Shape;978;p84"/>
          <p:cNvGrpSpPr/>
          <p:nvPr/>
        </p:nvGrpSpPr>
        <p:grpSpPr>
          <a:xfrm>
            <a:off x="7247377" y="4412793"/>
            <a:ext cx="401134" cy="373245"/>
            <a:chOff x="827350" y="3629733"/>
            <a:chExt cx="1431600" cy="1332067"/>
          </a:xfrm>
        </p:grpSpPr>
        <p:sp>
          <p:nvSpPr>
            <p:cNvPr id="979" name="Google Shape;979;p84"/>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84"/>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84"/>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82" name="Google Shape;982;p84"/>
          <p:cNvPicPr preferRelativeResize="0"/>
          <p:nvPr/>
        </p:nvPicPr>
        <p:blipFill>
          <a:blip r:embed="rId3">
            <a:alphaModFix/>
          </a:blip>
          <a:stretch>
            <a:fillRect/>
          </a:stretch>
        </p:blipFill>
        <p:spPr>
          <a:xfrm>
            <a:off x="2950450" y="1244725"/>
            <a:ext cx="3081474" cy="37028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85"/>
          <p:cNvSpPr/>
          <p:nvPr/>
        </p:nvSpPr>
        <p:spPr>
          <a:xfrm>
            <a:off x="713225" y="510300"/>
            <a:ext cx="7704000" cy="632100"/>
          </a:xfrm>
          <a:prstGeom prst="snip2DiagRect">
            <a:avLst>
              <a:gd fmla="val 0" name="adj1"/>
              <a:gd fmla="val 22148" name="adj2"/>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85"/>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USE CASE DIAGRAM</a:t>
            </a:r>
            <a:endParaRPr/>
          </a:p>
        </p:txBody>
      </p:sp>
      <p:grpSp>
        <p:nvGrpSpPr>
          <p:cNvPr id="989" name="Google Shape;989;p85"/>
          <p:cNvGrpSpPr/>
          <p:nvPr/>
        </p:nvGrpSpPr>
        <p:grpSpPr>
          <a:xfrm rot="10800000">
            <a:off x="206982" y="423196"/>
            <a:ext cx="288601" cy="1096693"/>
            <a:chOff x="1006700" y="2603975"/>
            <a:chExt cx="55450" cy="210700"/>
          </a:xfrm>
        </p:grpSpPr>
        <p:sp>
          <p:nvSpPr>
            <p:cNvPr id="990" name="Google Shape;990;p85"/>
            <p:cNvSpPr/>
            <p:nvPr/>
          </p:nvSpPr>
          <p:spPr>
            <a:xfrm>
              <a:off x="1006700" y="262997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85"/>
            <p:cNvSpPr/>
            <p:nvPr/>
          </p:nvSpPr>
          <p:spPr>
            <a:xfrm>
              <a:off x="1032700" y="260397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85"/>
            <p:cNvSpPr/>
            <p:nvPr/>
          </p:nvSpPr>
          <p:spPr>
            <a:xfrm>
              <a:off x="1006700" y="2707200"/>
              <a:ext cx="55450" cy="3850"/>
            </a:xfrm>
            <a:custGeom>
              <a:rect b="b" l="l" r="r" t="t"/>
              <a:pathLst>
                <a:path extrusionOk="0" h="154" w="2218">
                  <a:moveTo>
                    <a:pt x="0" y="1"/>
                  </a:moveTo>
                  <a:lnTo>
                    <a:pt x="0" y="154"/>
                  </a:lnTo>
                  <a:lnTo>
                    <a:pt x="2218" y="154"/>
                  </a:lnTo>
                  <a:lnTo>
                    <a:pt x="221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85"/>
            <p:cNvSpPr/>
            <p:nvPr/>
          </p:nvSpPr>
          <p:spPr>
            <a:xfrm>
              <a:off x="1032700" y="2681600"/>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85"/>
            <p:cNvSpPr/>
            <p:nvPr/>
          </p:nvSpPr>
          <p:spPr>
            <a:xfrm>
              <a:off x="1006700" y="278522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85"/>
            <p:cNvSpPr/>
            <p:nvPr/>
          </p:nvSpPr>
          <p:spPr>
            <a:xfrm>
              <a:off x="1032700" y="275922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6" name="Google Shape;996;p85"/>
          <p:cNvGrpSpPr/>
          <p:nvPr/>
        </p:nvGrpSpPr>
        <p:grpSpPr>
          <a:xfrm>
            <a:off x="7882402" y="3927185"/>
            <a:ext cx="1096749" cy="1020364"/>
            <a:chOff x="827350" y="3629733"/>
            <a:chExt cx="1431600" cy="1332067"/>
          </a:xfrm>
        </p:grpSpPr>
        <p:sp>
          <p:nvSpPr>
            <p:cNvPr id="997" name="Google Shape;997;p85"/>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85"/>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85"/>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0" name="Google Shape;1000;p85"/>
          <p:cNvGrpSpPr/>
          <p:nvPr/>
        </p:nvGrpSpPr>
        <p:grpSpPr>
          <a:xfrm>
            <a:off x="7247377" y="4412793"/>
            <a:ext cx="401134" cy="373245"/>
            <a:chOff x="827350" y="3629733"/>
            <a:chExt cx="1431600" cy="1332067"/>
          </a:xfrm>
        </p:grpSpPr>
        <p:sp>
          <p:nvSpPr>
            <p:cNvPr id="1001" name="Google Shape;1001;p85"/>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85"/>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85"/>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004" name="Google Shape;1004;p85"/>
          <p:cNvPicPr preferRelativeResize="0"/>
          <p:nvPr/>
        </p:nvPicPr>
        <p:blipFill>
          <a:blip r:embed="rId3">
            <a:alphaModFix/>
          </a:blip>
          <a:stretch>
            <a:fillRect/>
          </a:stretch>
        </p:blipFill>
        <p:spPr>
          <a:xfrm>
            <a:off x="1948300" y="1292000"/>
            <a:ext cx="5353900" cy="36025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86"/>
          <p:cNvSpPr/>
          <p:nvPr/>
        </p:nvSpPr>
        <p:spPr>
          <a:xfrm>
            <a:off x="713225" y="510300"/>
            <a:ext cx="7704000" cy="632100"/>
          </a:xfrm>
          <a:prstGeom prst="snip2DiagRect">
            <a:avLst>
              <a:gd fmla="val 0" name="adj1"/>
              <a:gd fmla="val 22148" name="adj2"/>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86"/>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CONCLUSION</a:t>
            </a:r>
            <a:endParaRPr/>
          </a:p>
        </p:txBody>
      </p:sp>
      <p:sp>
        <p:nvSpPr>
          <p:cNvPr id="1011" name="Google Shape;1011;p86"/>
          <p:cNvSpPr txBox="1"/>
          <p:nvPr>
            <p:ph idx="1" type="body"/>
          </p:nvPr>
        </p:nvSpPr>
        <p:spPr>
          <a:xfrm>
            <a:off x="720000" y="1456400"/>
            <a:ext cx="7704000" cy="25947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0" lang="en" sz="1500">
                <a:latin typeface="Times New Roman"/>
                <a:ea typeface="Times New Roman"/>
                <a:cs typeface="Times New Roman"/>
                <a:sym typeface="Times New Roman"/>
              </a:rPr>
              <a:t>The way we manage and monitor vehicles has been completely transformed by the highly developed technology known as automatic license plate recognition (ALPR). It is a useful tool for a variety of applications, including traffic management, law enforcement, toll road management, security, parking management, and border control. It offers a quick, accurate, and efficient way to identify and track vehicles. Despite some privacy concerns, ALPR is still widely used and its adoption is anticipated to increase in the future as technology develops and its advantages become more and more clear. </a:t>
            </a:r>
            <a:endParaRPr b="0" sz="1500">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t/>
            </a:r>
            <a:endParaRPr b="0" sz="1500">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t/>
            </a:r>
            <a:endParaRPr b="0" sz="1500">
              <a:latin typeface="Times New Roman"/>
              <a:ea typeface="Times New Roman"/>
              <a:cs typeface="Times New Roman"/>
              <a:sym typeface="Times New Roman"/>
            </a:endParaRPr>
          </a:p>
        </p:txBody>
      </p:sp>
      <p:grpSp>
        <p:nvGrpSpPr>
          <p:cNvPr id="1012" name="Google Shape;1012;p86"/>
          <p:cNvGrpSpPr/>
          <p:nvPr/>
        </p:nvGrpSpPr>
        <p:grpSpPr>
          <a:xfrm rot="10800000">
            <a:off x="206982" y="423196"/>
            <a:ext cx="288601" cy="1096693"/>
            <a:chOff x="1006700" y="2603975"/>
            <a:chExt cx="55450" cy="210700"/>
          </a:xfrm>
        </p:grpSpPr>
        <p:sp>
          <p:nvSpPr>
            <p:cNvPr id="1013" name="Google Shape;1013;p86"/>
            <p:cNvSpPr/>
            <p:nvPr/>
          </p:nvSpPr>
          <p:spPr>
            <a:xfrm>
              <a:off x="1006700" y="262997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86"/>
            <p:cNvSpPr/>
            <p:nvPr/>
          </p:nvSpPr>
          <p:spPr>
            <a:xfrm>
              <a:off x="1032700" y="260397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86"/>
            <p:cNvSpPr/>
            <p:nvPr/>
          </p:nvSpPr>
          <p:spPr>
            <a:xfrm>
              <a:off x="1006700" y="2707200"/>
              <a:ext cx="55450" cy="3850"/>
            </a:xfrm>
            <a:custGeom>
              <a:rect b="b" l="l" r="r" t="t"/>
              <a:pathLst>
                <a:path extrusionOk="0" h="154" w="2218">
                  <a:moveTo>
                    <a:pt x="0" y="1"/>
                  </a:moveTo>
                  <a:lnTo>
                    <a:pt x="0" y="154"/>
                  </a:lnTo>
                  <a:lnTo>
                    <a:pt x="2218" y="154"/>
                  </a:lnTo>
                  <a:lnTo>
                    <a:pt x="221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86"/>
            <p:cNvSpPr/>
            <p:nvPr/>
          </p:nvSpPr>
          <p:spPr>
            <a:xfrm>
              <a:off x="1032700" y="2681600"/>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86"/>
            <p:cNvSpPr/>
            <p:nvPr/>
          </p:nvSpPr>
          <p:spPr>
            <a:xfrm>
              <a:off x="1006700" y="278522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86"/>
            <p:cNvSpPr/>
            <p:nvPr/>
          </p:nvSpPr>
          <p:spPr>
            <a:xfrm>
              <a:off x="1032700" y="275922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9" name="Google Shape;1019;p86"/>
          <p:cNvGrpSpPr/>
          <p:nvPr/>
        </p:nvGrpSpPr>
        <p:grpSpPr>
          <a:xfrm>
            <a:off x="7882402" y="3927185"/>
            <a:ext cx="1096749" cy="1020364"/>
            <a:chOff x="827350" y="3629733"/>
            <a:chExt cx="1431600" cy="1332067"/>
          </a:xfrm>
        </p:grpSpPr>
        <p:sp>
          <p:nvSpPr>
            <p:cNvPr id="1020" name="Google Shape;1020;p86"/>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86"/>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86"/>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3" name="Google Shape;1023;p86"/>
          <p:cNvGrpSpPr/>
          <p:nvPr/>
        </p:nvGrpSpPr>
        <p:grpSpPr>
          <a:xfrm>
            <a:off x="7771279" y="3271162"/>
            <a:ext cx="510366" cy="474882"/>
            <a:chOff x="827350" y="3629733"/>
            <a:chExt cx="1431600" cy="1332067"/>
          </a:xfrm>
        </p:grpSpPr>
        <p:sp>
          <p:nvSpPr>
            <p:cNvPr id="1024" name="Google Shape;1024;p86"/>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86"/>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86"/>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7" name="Google Shape;1027;p86"/>
          <p:cNvGrpSpPr/>
          <p:nvPr/>
        </p:nvGrpSpPr>
        <p:grpSpPr>
          <a:xfrm>
            <a:off x="7247377" y="4412793"/>
            <a:ext cx="401134" cy="373245"/>
            <a:chOff x="827350" y="3629733"/>
            <a:chExt cx="1431600" cy="1332067"/>
          </a:xfrm>
        </p:grpSpPr>
        <p:sp>
          <p:nvSpPr>
            <p:cNvPr id="1028" name="Google Shape;1028;p86"/>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86"/>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86"/>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p87"/>
          <p:cNvSpPr/>
          <p:nvPr/>
        </p:nvSpPr>
        <p:spPr>
          <a:xfrm>
            <a:off x="713225" y="510300"/>
            <a:ext cx="7704000" cy="632100"/>
          </a:xfrm>
          <a:prstGeom prst="snip2DiagRect">
            <a:avLst>
              <a:gd fmla="val 0" name="adj1"/>
              <a:gd fmla="val 22148" name="adj2"/>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87"/>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REFERENCE</a:t>
            </a:r>
            <a:endParaRPr/>
          </a:p>
        </p:txBody>
      </p:sp>
      <p:sp>
        <p:nvSpPr>
          <p:cNvPr id="1037" name="Google Shape;1037;p87"/>
          <p:cNvSpPr txBox="1"/>
          <p:nvPr>
            <p:ph idx="1" type="body"/>
          </p:nvPr>
        </p:nvSpPr>
        <p:spPr>
          <a:xfrm>
            <a:off x="720000" y="1456400"/>
            <a:ext cx="7704000" cy="25947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0" lang="en">
                <a:latin typeface="Times New Roman"/>
                <a:ea typeface="Times New Roman"/>
                <a:cs typeface="Times New Roman"/>
                <a:sym typeface="Times New Roman"/>
              </a:rPr>
              <a:t>[1] Khan, M.A., Sharif, M., Javed, M.Y., Akram, T., Yasmin, M. and Saba, T., 2018. License number plate recognition system using entropy‐based features selection approach with SVM. IET Image Processing, 12(2), pp.200-209.</a:t>
            </a:r>
            <a:endParaRPr b="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0" lang="en">
                <a:latin typeface="Times New Roman"/>
                <a:ea typeface="Times New Roman"/>
                <a:cs typeface="Times New Roman"/>
                <a:sym typeface="Times New Roman"/>
              </a:rPr>
              <a:t>[2] Hadavi, S., Rai, H.B., Verlinde, S., Huang, H., Macharis, C. and Guns, T., 2020. Analyzing passenger and freight vehicle movements from automatic-Number plate recognition camera data. European Transport Research Review, 12(1), pp.1-17.</a:t>
            </a:r>
            <a:endParaRPr b="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0" lang="en">
                <a:latin typeface="Times New Roman"/>
                <a:ea typeface="Times New Roman"/>
                <a:cs typeface="Times New Roman"/>
                <a:sym typeface="Times New Roman"/>
              </a:rPr>
              <a:t>[3] Kulkarni, Y., Bodkhe, S., Kamthe, A. and Patil, A., 2018, March. Automatic number plate recognition for motorcyclists riding without helmet. In 2018 International Conference on Current Trends towards Converging Technologies (ICCTCT) (pp. 1-6). IEEE.</a:t>
            </a:r>
            <a:endParaRPr b="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0" lang="en">
                <a:latin typeface="Times New Roman"/>
                <a:ea typeface="Times New Roman"/>
                <a:cs typeface="Times New Roman"/>
                <a:sym typeface="Times New Roman"/>
              </a:rPr>
              <a:t>[4] Alghyaline, S., 2022. Real-time Jordanian license plate recognition using deep learning. Journal of King Saud University-Computer and Information Sciences, 34(6), pp.2601-2609.</a:t>
            </a:r>
            <a:endParaRPr b="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0" lang="en">
                <a:latin typeface="Times New Roman"/>
                <a:ea typeface="Times New Roman"/>
                <a:cs typeface="Times New Roman"/>
                <a:sym typeface="Times New Roman"/>
              </a:rPr>
              <a:t>[5] Pustokhina, I.V., Pustokhin, D.A., Rodrigues, J.J., Gupta, D., Khanna, A., Shankar, K., Seo, C. and Joshi, G.P., 2020. Automatic vehicle license plate recognition using optimal K-means with convolutional neural network for intelligent transportation systems. Ieee Access, 8, pp.92907-92917.</a:t>
            </a:r>
            <a:endParaRPr b="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0" lang="en">
                <a:latin typeface="Times New Roman"/>
                <a:ea typeface="Times New Roman"/>
                <a:cs typeface="Times New Roman"/>
                <a:sym typeface="Times New Roman"/>
              </a:rPr>
              <a:t>[6] Chen, R.C., 2019. Automatic License Plate Recognition via sliding-window darknet-YOLO deep learning. Image and Vision Computing, 87, pp.47-56.</a:t>
            </a:r>
            <a:endParaRPr b="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b="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b="0">
              <a:latin typeface="Times New Roman"/>
              <a:ea typeface="Times New Roman"/>
              <a:cs typeface="Times New Roman"/>
              <a:sym typeface="Times New Roman"/>
            </a:endParaRPr>
          </a:p>
        </p:txBody>
      </p:sp>
      <p:grpSp>
        <p:nvGrpSpPr>
          <p:cNvPr id="1038" name="Google Shape;1038;p87"/>
          <p:cNvGrpSpPr/>
          <p:nvPr/>
        </p:nvGrpSpPr>
        <p:grpSpPr>
          <a:xfrm rot="10800000">
            <a:off x="206982" y="423196"/>
            <a:ext cx="288601" cy="1096693"/>
            <a:chOff x="1006700" y="2603975"/>
            <a:chExt cx="55450" cy="210700"/>
          </a:xfrm>
        </p:grpSpPr>
        <p:sp>
          <p:nvSpPr>
            <p:cNvPr id="1039" name="Google Shape;1039;p87"/>
            <p:cNvSpPr/>
            <p:nvPr/>
          </p:nvSpPr>
          <p:spPr>
            <a:xfrm>
              <a:off x="1006700" y="262997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87"/>
            <p:cNvSpPr/>
            <p:nvPr/>
          </p:nvSpPr>
          <p:spPr>
            <a:xfrm>
              <a:off x="1032700" y="260397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87"/>
            <p:cNvSpPr/>
            <p:nvPr/>
          </p:nvSpPr>
          <p:spPr>
            <a:xfrm>
              <a:off x="1006700" y="2707200"/>
              <a:ext cx="55450" cy="3850"/>
            </a:xfrm>
            <a:custGeom>
              <a:rect b="b" l="l" r="r" t="t"/>
              <a:pathLst>
                <a:path extrusionOk="0" h="154" w="2218">
                  <a:moveTo>
                    <a:pt x="0" y="1"/>
                  </a:moveTo>
                  <a:lnTo>
                    <a:pt x="0" y="154"/>
                  </a:lnTo>
                  <a:lnTo>
                    <a:pt x="2218" y="154"/>
                  </a:lnTo>
                  <a:lnTo>
                    <a:pt x="221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87"/>
            <p:cNvSpPr/>
            <p:nvPr/>
          </p:nvSpPr>
          <p:spPr>
            <a:xfrm>
              <a:off x="1032700" y="2681600"/>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87"/>
            <p:cNvSpPr/>
            <p:nvPr/>
          </p:nvSpPr>
          <p:spPr>
            <a:xfrm>
              <a:off x="1006700" y="278522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87"/>
            <p:cNvSpPr/>
            <p:nvPr/>
          </p:nvSpPr>
          <p:spPr>
            <a:xfrm>
              <a:off x="1032700" y="275922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5" name="Google Shape;1045;p87"/>
          <p:cNvGrpSpPr/>
          <p:nvPr/>
        </p:nvGrpSpPr>
        <p:grpSpPr>
          <a:xfrm>
            <a:off x="7882402" y="3927185"/>
            <a:ext cx="1096749" cy="1020364"/>
            <a:chOff x="827350" y="3629733"/>
            <a:chExt cx="1431600" cy="1332067"/>
          </a:xfrm>
        </p:grpSpPr>
        <p:sp>
          <p:nvSpPr>
            <p:cNvPr id="1046" name="Google Shape;1046;p87"/>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87"/>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87"/>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9" name="Google Shape;1049;p87"/>
          <p:cNvGrpSpPr/>
          <p:nvPr/>
        </p:nvGrpSpPr>
        <p:grpSpPr>
          <a:xfrm>
            <a:off x="7771279" y="3271162"/>
            <a:ext cx="510366" cy="474882"/>
            <a:chOff x="827350" y="3629733"/>
            <a:chExt cx="1431600" cy="1332067"/>
          </a:xfrm>
        </p:grpSpPr>
        <p:sp>
          <p:nvSpPr>
            <p:cNvPr id="1050" name="Google Shape;1050;p87"/>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87"/>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87"/>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3" name="Google Shape;1053;p87"/>
          <p:cNvGrpSpPr/>
          <p:nvPr/>
        </p:nvGrpSpPr>
        <p:grpSpPr>
          <a:xfrm>
            <a:off x="7247377" y="4412793"/>
            <a:ext cx="401134" cy="373245"/>
            <a:chOff x="827350" y="3629733"/>
            <a:chExt cx="1431600" cy="1332067"/>
          </a:xfrm>
        </p:grpSpPr>
        <p:sp>
          <p:nvSpPr>
            <p:cNvPr id="1054" name="Google Shape;1054;p87"/>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87"/>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87"/>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p88"/>
          <p:cNvSpPr txBox="1"/>
          <p:nvPr>
            <p:ph idx="1" type="body"/>
          </p:nvPr>
        </p:nvSpPr>
        <p:spPr>
          <a:xfrm>
            <a:off x="720000" y="1456400"/>
            <a:ext cx="7704000" cy="25947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0" lang="en">
                <a:latin typeface="Times New Roman"/>
                <a:ea typeface="Times New Roman"/>
                <a:cs typeface="Times New Roman"/>
                <a:sym typeface="Times New Roman"/>
              </a:rPr>
              <a:t>[7] Pustokhina, I.V., Pustokhin, D.A., Rodrigues, J.J., Gupta, D., Khanna, A., Shankar, K., Seo, C. and Joshi, G.P., 2020. Automatic vehicle license plate recognition using optimal K-means with convolutional neural network for intelligent transportation systems. Ieee Access, 8, pp.92907-92917.</a:t>
            </a:r>
            <a:endParaRPr b="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0" lang="en">
                <a:latin typeface="Times New Roman"/>
                <a:ea typeface="Times New Roman"/>
                <a:cs typeface="Times New Roman"/>
                <a:sym typeface="Times New Roman"/>
              </a:rPr>
              <a:t>[8] Laroca, R., Zanlorensi, L.A., Gonçalves, G.R., Todt, E., Schwartz, W.R. and Menotti, D., 2021. An efficient and layout‐independent automatic license plate recognition system based on the YOLO detector. IET Intelligent Transport Systems, 15(4), pp.483-503.</a:t>
            </a:r>
            <a:endParaRPr b="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0" lang="en">
                <a:latin typeface="Times New Roman"/>
                <a:ea typeface="Times New Roman"/>
                <a:cs typeface="Times New Roman"/>
                <a:sym typeface="Times New Roman"/>
              </a:rPr>
              <a:t>[9] Ali, F., Rathor, H. and Akram, W., 2021, March. License plate recognition system. In 2021 International Conference on Advance Computing and Innovative Technologies in Engineering (ICACITE) (pp. 1053-1055). IEEE.</a:t>
            </a:r>
            <a:endParaRPr b="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0" lang="en">
                <a:latin typeface="Times New Roman"/>
                <a:ea typeface="Times New Roman"/>
                <a:cs typeface="Times New Roman"/>
                <a:sym typeface="Times New Roman"/>
              </a:rPr>
              <a:t>[10] Li, J., Van Zuylen, H., Deng, Y. and Zhou, Y., 2020. Urban travel time data cleaning and analysis for Automatic Number Plate Recognition. Transportation Research Procedia, 47, pp.712-719.</a:t>
            </a:r>
            <a:endParaRPr b="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b="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b="0">
              <a:latin typeface="Times New Roman"/>
              <a:ea typeface="Times New Roman"/>
              <a:cs typeface="Times New Roman"/>
              <a:sym typeface="Times New Roman"/>
            </a:endParaRPr>
          </a:p>
        </p:txBody>
      </p:sp>
      <p:sp>
        <p:nvSpPr>
          <p:cNvPr id="1062" name="Google Shape;1062;p88"/>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REFERENCE</a:t>
            </a:r>
            <a:endParaRPr/>
          </a:p>
          <a:p>
            <a:pPr indent="0" lvl="0" marL="0" rtl="0" algn="ctr">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89"/>
          <p:cNvSpPr txBox="1"/>
          <p:nvPr>
            <p:ph idx="1" type="body"/>
          </p:nvPr>
        </p:nvSpPr>
        <p:spPr>
          <a:xfrm>
            <a:off x="720000" y="1456400"/>
            <a:ext cx="7704000" cy="25947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0" lang="en">
                <a:latin typeface="Times New Roman"/>
                <a:ea typeface="Times New Roman"/>
                <a:cs typeface="Times New Roman"/>
                <a:sym typeface="Times New Roman"/>
              </a:rPr>
              <a:t>[11] Bulan, O., Kozitsky, V., Ramesh, P. and Shreve, M., 2017. Segmentation-and annotation-free license plate recognition with deep localization and failure identification. IEEE Transactions on Intelligent Transportation Systems, 18(9), pp.2351-2363.</a:t>
            </a:r>
            <a:endParaRPr b="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0" lang="en">
                <a:latin typeface="Times New Roman"/>
                <a:ea typeface="Times New Roman"/>
                <a:cs typeface="Times New Roman"/>
                <a:sym typeface="Times New Roman"/>
              </a:rPr>
              <a:t>[12]Silva, S.M. and Jung, C.R., 2021. A flexible approach for automatic license plate recognition in unconstrained scenarios. IEEE Transactions on Intelligent Transportation Systems, 23(6), pp.5693-5703.</a:t>
            </a:r>
            <a:endParaRPr b="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0" lang="en">
                <a:latin typeface="Times New Roman"/>
                <a:ea typeface="Times New Roman"/>
                <a:cs typeface="Times New Roman"/>
                <a:sym typeface="Times New Roman"/>
              </a:rPr>
              <a:t>[13] Laroca, R., Severo, E., Zanlorensi, L.A., Oliveira, L.S., Gonçalves, G.R., Schwartz, W.R. and Menotti, D., 2018, July. A robust real-time automatic license plate recognition based on the YOLO detector. In 2018 international joint conference on neural networks (ijcnn) (pp. 1-10). IEEE.</a:t>
            </a:r>
            <a:endParaRPr b="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0" lang="en">
                <a:latin typeface="Times New Roman"/>
                <a:ea typeface="Times New Roman"/>
                <a:cs typeface="Times New Roman"/>
                <a:sym typeface="Times New Roman"/>
              </a:rPr>
              <a:t>[14] Laroca, R., Zanlorensi, L.A., Gonçalves, G.R., Todt, E., Schwartz, W.R. and Menotti, D., 2021. An efficient and layout‐independent automatic license plate recognition system based on the YOLO detector. IET Intelligent Transport Systems, 15(4), pp.483-503.</a:t>
            </a:r>
            <a:endParaRPr b="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0" lang="en">
                <a:latin typeface="Times New Roman"/>
                <a:ea typeface="Times New Roman"/>
                <a:cs typeface="Times New Roman"/>
                <a:sym typeface="Times New Roman"/>
              </a:rPr>
              <a:t>[15] Gao, P., Zeng, Z. and Sun, S., 2019. Segmentation-free vehicle license plate recognition using CNN. In Signal and Information Processing, Networking and Computers: Proceedings of the 4th International Conference on Signal and Information Processing, Networking and Computers (ICSINC) 4th (pp. 50-57). Springer Singapore.</a:t>
            </a:r>
            <a:endParaRPr b="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b="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b="0">
              <a:latin typeface="Times New Roman"/>
              <a:ea typeface="Times New Roman"/>
              <a:cs typeface="Times New Roman"/>
              <a:sym typeface="Times New Roman"/>
            </a:endParaRPr>
          </a:p>
        </p:txBody>
      </p:sp>
      <p:sp>
        <p:nvSpPr>
          <p:cNvPr id="1068" name="Google Shape;1068;p89"/>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REFERENCE</a:t>
            </a:r>
            <a:endParaRPr/>
          </a:p>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yber-Futuristic AI Technology Thesis Defense by Slidesgo">
  <a:themeElements>
    <a:clrScheme name="Simple Light">
      <a:dk1>
        <a:srgbClr val="031126"/>
      </a:dk1>
      <a:lt1>
        <a:srgbClr val="FFFFFF"/>
      </a:lt1>
      <a:dk2>
        <a:srgbClr val="10355F"/>
      </a:dk2>
      <a:lt2>
        <a:srgbClr val="3B8794"/>
      </a:lt2>
      <a:accent1>
        <a:srgbClr val="51AFDB"/>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yber-Futuristic AI Technology Thesis Defense by Slidesgo">
  <a:themeElements>
    <a:clrScheme name="Simple Light">
      <a:dk1>
        <a:srgbClr val="031126"/>
      </a:dk1>
      <a:lt1>
        <a:srgbClr val="FFFFFF"/>
      </a:lt1>
      <a:dk2>
        <a:srgbClr val="10355F"/>
      </a:dk2>
      <a:lt2>
        <a:srgbClr val="3B8794"/>
      </a:lt2>
      <a:accent1>
        <a:srgbClr val="51AFDB"/>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